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66" r:id="rId5"/>
    <p:sldId id="275" r:id="rId6"/>
    <p:sldId id="267" r:id="rId7"/>
    <p:sldId id="279" r:id="rId8"/>
    <p:sldId id="268" r:id="rId9"/>
    <p:sldId id="269" r:id="rId10"/>
    <p:sldId id="271" r:id="rId11"/>
    <p:sldId id="276" r:id="rId12"/>
    <p:sldId id="278" r:id="rId13"/>
    <p:sldId id="277" r:id="rId14"/>
    <p:sldId id="272" r:id="rId15"/>
    <p:sldId id="265" r:id="rId16"/>
  </p:sldIdLst>
  <p:sldSz cx="12179300" cy="6858000"/>
  <p:notesSz cx="121793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4D91B9-DA30-47B4-9B70-BD8B75CF3763}" v="59" dt="2025-11-28T18:35:29.92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033" autoAdjust="0"/>
  </p:normalViewPr>
  <p:slideViewPr>
    <p:cSldViewPr>
      <p:cViewPr>
        <p:scale>
          <a:sx n="66" d="100"/>
          <a:sy n="66" d="100"/>
        </p:scale>
        <p:origin x="-557" y="26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 SINGH" userId="82f8e49c27a4150b" providerId="LiveId" clId="{3C54D762-8C57-4000-B3D7-E983C700E3E3}"/>
    <pc:docChg chg="custSel modSld">
      <pc:chgData name="OM SINGH" userId="82f8e49c27a4150b" providerId="LiveId" clId="{3C54D762-8C57-4000-B3D7-E983C700E3E3}" dt="2025-11-28T18:35:29.924" v="274"/>
      <pc:docMkLst>
        <pc:docMk/>
      </pc:docMkLst>
      <pc:sldChg chg="addSp modSp mod">
        <pc:chgData name="OM SINGH" userId="82f8e49c27a4150b" providerId="LiveId" clId="{3C54D762-8C57-4000-B3D7-E983C700E3E3}" dt="2025-11-28T18:33:18.297" v="239" actId="20577"/>
        <pc:sldMkLst>
          <pc:docMk/>
          <pc:sldMk cId="0" sldId="256"/>
        </pc:sldMkLst>
        <pc:spChg chg="mod">
          <ac:chgData name="OM SINGH" userId="82f8e49c27a4150b" providerId="LiveId" clId="{3C54D762-8C57-4000-B3D7-E983C700E3E3}" dt="2025-11-28T18:33:18.297" v="239" actId="20577"/>
          <ac:spMkLst>
            <pc:docMk/>
            <pc:sldMk cId="0" sldId="256"/>
            <ac:spMk id="2" creationId="{00000000-0000-0000-0000-000000000000}"/>
          </ac:spMkLst>
        </pc:spChg>
        <pc:spChg chg="mod">
          <ac:chgData name="OM SINGH" userId="82f8e49c27a4150b" providerId="LiveId" clId="{3C54D762-8C57-4000-B3D7-E983C700E3E3}" dt="2025-11-28T18:30:38.203" v="85" actId="20577"/>
          <ac:spMkLst>
            <pc:docMk/>
            <pc:sldMk cId="0" sldId="256"/>
            <ac:spMk id="3" creationId="{00000000-0000-0000-0000-000000000000}"/>
          </ac:spMkLst>
        </pc:spChg>
        <pc:spChg chg="mod">
          <ac:chgData name="OM SINGH" userId="82f8e49c27a4150b" providerId="LiveId" clId="{3C54D762-8C57-4000-B3D7-E983C700E3E3}" dt="2025-11-28T18:32:56.395" v="225" actId="20577"/>
          <ac:spMkLst>
            <pc:docMk/>
            <pc:sldMk cId="0" sldId="256"/>
            <ac:spMk id="5" creationId="{00000000-0000-0000-0000-000000000000}"/>
          </ac:spMkLst>
        </pc:spChg>
        <pc:picChg chg="add mod">
          <ac:chgData name="OM SINGH" userId="82f8e49c27a4150b" providerId="LiveId" clId="{3C54D762-8C57-4000-B3D7-E983C700E3E3}" dt="2025-11-28T18:29:26.632" v="55"/>
          <ac:picMkLst>
            <pc:docMk/>
            <pc:sldMk cId="0" sldId="256"/>
            <ac:picMk id="4" creationId="{D4947CDB-F51D-803A-93A8-37DBD41DA639}"/>
          </ac:picMkLst>
        </pc:picChg>
        <pc:picChg chg="add mod">
          <ac:chgData name="OM SINGH" userId="82f8e49c27a4150b" providerId="LiveId" clId="{3C54D762-8C57-4000-B3D7-E983C700E3E3}" dt="2025-11-28T18:29:26.632" v="55"/>
          <ac:picMkLst>
            <pc:docMk/>
            <pc:sldMk cId="0" sldId="256"/>
            <ac:picMk id="6" creationId="{A341C782-EAAD-6109-0CF6-0D601212E54E}"/>
          </ac:picMkLst>
        </pc:picChg>
      </pc:sldChg>
      <pc:sldChg chg="addSp modSp mod">
        <pc:chgData name="OM SINGH" userId="82f8e49c27a4150b" providerId="LiveId" clId="{3C54D762-8C57-4000-B3D7-E983C700E3E3}" dt="2025-11-28T18:34:00.085" v="245" actId="1037"/>
        <pc:sldMkLst>
          <pc:docMk/>
          <pc:sldMk cId="0" sldId="257"/>
        </pc:sldMkLst>
        <pc:spChg chg="mod">
          <ac:chgData name="OM SINGH" userId="82f8e49c27a4150b" providerId="LiveId" clId="{3C54D762-8C57-4000-B3D7-E983C700E3E3}" dt="2025-11-28T18:34:00.085" v="245" actId="1037"/>
          <ac:spMkLst>
            <pc:docMk/>
            <pc:sldMk cId="0" sldId="257"/>
            <ac:spMk id="4" creationId="{00000000-0000-0000-0000-000000000000}"/>
          </ac:spMkLst>
        </pc:spChg>
        <pc:picChg chg="add mod">
          <ac:chgData name="OM SINGH" userId="82f8e49c27a4150b" providerId="LiveId" clId="{3C54D762-8C57-4000-B3D7-E983C700E3E3}" dt="2025-11-28T18:28:00.446" v="36" actId="14100"/>
          <ac:picMkLst>
            <pc:docMk/>
            <pc:sldMk cId="0" sldId="257"/>
            <ac:picMk id="6" creationId="{6AD3C6F8-25DF-6050-30C1-A06957F8FA4C}"/>
          </ac:picMkLst>
        </pc:picChg>
        <pc:picChg chg="add mod">
          <ac:chgData name="OM SINGH" userId="82f8e49c27a4150b" providerId="LiveId" clId="{3C54D762-8C57-4000-B3D7-E983C700E3E3}" dt="2025-11-28T18:28:07.732" v="37"/>
          <ac:picMkLst>
            <pc:docMk/>
            <pc:sldMk cId="0" sldId="257"/>
            <ac:picMk id="7" creationId="{1CDDFA8A-749B-227B-458B-AA1E897B29D1}"/>
          </ac:picMkLst>
        </pc:picChg>
        <pc:picChg chg="add mod">
          <ac:chgData name="OM SINGH" userId="82f8e49c27a4150b" providerId="LiveId" clId="{3C54D762-8C57-4000-B3D7-E983C700E3E3}" dt="2025-11-28T18:29:14.676" v="54" actId="1035"/>
          <ac:picMkLst>
            <pc:docMk/>
            <pc:sldMk cId="0" sldId="257"/>
            <ac:picMk id="1026" creationId="{A044EAF8-ED60-AA7C-2A09-ADAC3518E847}"/>
          </ac:picMkLst>
        </pc:picChg>
      </pc:sldChg>
      <pc:sldChg chg="addSp delSp modSp mod">
        <pc:chgData name="OM SINGH" userId="82f8e49c27a4150b" providerId="LiveId" clId="{3C54D762-8C57-4000-B3D7-E983C700E3E3}" dt="2025-11-28T18:34:10.219" v="247"/>
        <pc:sldMkLst>
          <pc:docMk/>
          <pc:sldMk cId="0" sldId="258"/>
        </pc:sldMkLst>
        <pc:spChg chg="del">
          <ac:chgData name="OM SINGH" userId="82f8e49c27a4150b" providerId="LiveId" clId="{3C54D762-8C57-4000-B3D7-E983C700E3E3}" dt="2025-11-28T18:34:09.306" v="246" actId="478"/>
          <ac:spMkLst>
            <pc:docMk/>
            <pc:sldMk cId="0" sldId="258"/>
            <ac:spMk id="5" creationId="{00000000-0000-0000-0000-000000000000}"/>
          </ac:spMkLst>
        </pc:spChg>
        <pc:spChg chg="add mod">
          <ac:chgData name="OM SINGH" userId="82f8e49c27a4150b" providerId="LiveId" clId="{3C54D762-8C57-4000-B3D7-E983C700E3E3}" dt="2025-11-28T18:34:10.219" v="247"/>
          <ac:spMkLst>
            <pc:docMk/>
            <pc:sldMk cId="0" sldId="258"/>
            <ac:spMk id="8" creationId="{03AACB92-63FE-54BF-79CE-5E63636A7ED0}"/>
          </ac:spMkLst>
        </pc:spChg>
        <pc:picChg chg="add mod">
          <ac:chgData name="OM SINGH" userId="82f8e49c27a4150b" providerId="LiveId" clId="{3C54D762-8C57-4000-B3D7-E983C700E3E3}" dt="2025-11-28T18:29:31.011" v="56"/>
          <ac:picMkLst>
            <pc:docMk/>
            <pc:sldMk cId="0" sldId="258"/>
            <ac:picMk id="6" creationId="{E0192E63-A32D-9177-4303-2D3630C395BA}"/>
          </ac:picMkLst>
        </pc:picChg>
        <pc:picChg chg="add mod">
          <ac:chgData name="OM SINGH" userId="82f8e49c27a4150b" providerId="LiveId" clId="{3C54D762-8C57-4000-B3D7-E983C700E3E3}" dt="2025-11-28T18:29:31.011" v="56"/>
          <ac:picMkLst>
            <pc:docMk/>
            <pc:sldMk cId="0" sldId="258"/>
            <ac:picMk id="7" creationId="{23E0F018-08D6-6E91-07C6-A6D3152B14A9}"/>
          </ac:picMkLst>
        </pc:picChg>
      </pc:sldChg>
      <pc:sldChg chg="addSp modSp">
        <pc:chgData name="OM SINGH" userId="82f8e49c27a4150b" providerId="LiveId" clId="{3C54D762-8C57-4000-B3D7-E983C700E3E3}" dt="2025-11-28T18:29:56.800" v="66"/>
        <pc:sldMkLst>
          <pc:docMk/>
          <pc:sldMk cId="2402390952" sldId="265"/>
        </pc:sldMkLst>
        <pc:picChg chg="add mod">
          <ac:chgData name="OM SINGH" userId="82f8e49c27a4150b" providerId="LiveId" clId="{3C54D762-8C57-4000-B3D7-E983C700E3E3}" dt="2025-11-28T18:29:56.800" v="66"/>
          <ac:picMkLst>
            <pc:docMk/>
            <pc:sldMk cId="2402390952" sldId="265"/>
            <ac:picMk id="5" creationId="{4E8C4C32-BFF1-977C-25FB-7471EE1C6518}"/>
          </ac:picMkLst>
        </pc:picChg>
        <pc:picChg chg="add mod">
          <ac:chgData name="OM SINGH" userId="82f8e49c27a4150b" providerId="LiveId" clId="{3C54D762-8C57-4000-B3D7-E983C700E3E3}" dt="2025-11-28T18:29:56.800" v="66"/>
          <ac:picMkLst>
            <pc:docMk/>
            <pc:sldMk cId="2402390952" sldId="265"/>
            <ac:picMk id="6" creationId="{19298A9C-24EC-343B-3D4B-106C2B271F8A}"/>
          </ac:picMkLst>
        </pc:picChg>
      </pc:sldChg>
      <pc:sldChg chg="addSp delSp modSp mod">
        <pc:chgData name="OM SINGH" userId="82f8e49c27a4150b" providerId="LiveId" clId="{3C54D762-8C57-4000-B3D7-E983C700E3E3}" dt="2025-11-28T18:34:24.357" v="251"/>
        <pc:sldMkLst>
          <pc:docMk/>
          <pc:sldMk cId="336397149" sldId="266"/>
        </pc:sldMkLst>
        <pc:spChg chg="del mod">
          <ac:chgData name="OM SINGH" userId="82f8e49c27a4150b" providerId="LiveId" clId="{3C54D762-8C57-4000-B3D7-E983C700E3E3}" dt="2025-11-28T18:34:23.526" v="250" actId="478"/>
          <ac:spMkLst>
            <pc:docMk/>
            <pc:sldMk cId="336397149" sldId="266"/>
            <ac:spMk id="5" creationId="{41C9EBF6-C5AF-9271-064F-BE0ED5BD3929}"/>
          </ac:spMkLst>
        </pc:spChg>
        <pc:spChg chg="add mod">
          <ac:chgData name="OM SINGH" userId="82f8e49c27a4150b" providerId="LiveId" clId="{3C54D762-8C57-4000-B3D7-E983C700E3E3}" dt="2025-11-28T18:34:20.705" v="249"/>
          <ac:spMkLst>
            <pc:docMk/>
            <pc:sldMk cId="336397149" sldId="266"/>
            <ac:spMk id="7" creationId="{F184679A-7168-1F65-C200-35D7C1AE64A5}"/>
          </ac:spMkLst>
        </pc:spChg>
        <pc:spChg chg="add mod">
          <ac:chgData name="OM SINGH" userId="82f8e49c27a4150b" providerId="LiveId" clId="{3C54D762-8C57-4000-B3D7-E983C700E3E3}" dt="2025-11-28T18:34:24.357" v="251"/>
          <ac:spMkLst>
            <pc:docMk/>
            <pc:sldMk cId="336397149" sldId="266"/>
            <ac:spMk id="8" creationId="{4614A41B-D80C-C51A-53D1-519736B9D388}"/>
          </ac:spMkLst>
        </pc:spChg>
        <pc:picChg chg="add mod">
          <ac:chgData name="OM SINGH" userId="82f8e49c27a4150b" providerId="LiveId" clId="{3C54D762-8C57-4000-B3D7-E983C700E3E3}" dt="2025-11-28T18:30:22.054" v="68"/>
          <ac:picMkLst>
            <pc:docMk/>
            <pc:sldMk cId="336397149" sldId="266"/>
            <ac:picMk id="4" creationId="{FD7A01BE-D9C6-88E2-CFEE-ED11AFD21297}"/>
          </ac:picMkLst>
        </pc:picChg>
        <pc:picChg chg="add mod">
          <ac:chgData name="OM SINGH" userId="82f8e49c27a4150b" providerId="LiveId" clId="{3C54D762-8C57-4000-B3D7-E983C700E3E3}" dt="2025-11-28T18:30:22.054" v="68"/>
          <ac:picMkLst>
            <pc:docMk/>
            <pc:sldMk cId="336397149" sldId="266"/>
            <ac:picMk id="6" creationId="{30B75CCC-5D9E-BF9F-9E00-02051174CA42}"/>
          </ac:picMkLst>
        </pc:picChg>
      </pc:sldChg>
      <pc:sldChg chg="addSp delSp modSp mod">
        <pc:chgData name="OM SINGH" userId="82f8e49c27a4150b" providerId="LiveId" clId="{3C54D762-8C57-4000-B3D7-E983C700E3E3}" dt="2025-11-28T18:34:38.116" v="256"/>
        <pc:sldMkLst>
          <pc:docMk/>
          <pc:sldMk cId="1349498447" sldId="267"/>
        </pc:sldMkLst>
        <pc:spChg chg="del mod">
          <ac:chgData name="OM SINGH" userId="82f8e49c27a4150b" providerId="LiveId" clId="{3C54D762-8C57-4000-B3D7-E983C700E3E3}" dt="2025-11-28T18:34:37.532" v="255" actId="478"/>
          <ac:spMkLst>
            <pc:docMk/>
            <pc:sldMk cId="1349498447" sldId="267"/>
            <ac:spMk id="5" creationId="{F499ADE5-BF8E-83CA-A244-1E49E9B78AC0}"/>
          </ac:spMkLst>
        </pc:spChg>
        <pc:spChg chg="add mod">
          <ac:chgData name="OM SINGH" userId="82f8e49c27a4150b" providerId="LiveId" clId="{3C54D762-8C57-4000-B3D7-E983C700E3E3}" dt="2025-11-28T18:34:38.116" v="256"/>
          <ac:spMkLst>
            <pc:docMk/>
            <pc:sldMk cId="1349498447" sldId="267"/>
            <ac:spMk id="8" creationId="{75A6FE71-B47E-B8B2-1C3C-CC2EED881CAF}"/>
          </ac:spMkLst>
        </pc:spChg>
        <pc:picChg chg="add mod">
          <ac:chgData name="OM SINGH" userId="82f8e49c27a4150b" providerId="LiveId" clId="{3C54D762-8C57-4000-B3D7-E983C700E3E3}" dt="2025-11-28T18:29:35.714" v="58"/>
          <ac:picMkLst>
            <pc:docMk/>
            <pc:sldMk cId="1349498447" sldId="267"/>
            <ac:picMk id="4" creationId="{65DA1A8F-E178-9C63-8FE6-321A86F94796}"/>
          </ac:picMkLst>
        </pc:picChg>
        <pc:picChg chg="add mod">
          <ac:chgData name="OM SINGH" userId="82f8e49c27a4150b" providerId="LiveId" clId="{3C54D762-8C57-4000-B3D7-E983C700E3E3}" dt="2025-11-28T18:29:35.714" v="58"/>
          <ac:picMkLst>
            <pc:docMk/>
            <pc:sldMk cId="1349498447" sldId="267"/>
            <ac:picMk id="7" creationId="{22750926-9FD1-3410-9705-7E3B4D54E092}"/>
          </ac:picMkLst>
        </pc:picChg>
      </pc:sldChg>
      <pc:sldChg chg="addSp delSp modSp mod">
        <pc:chgData name="OM SINGH" userId="82f8e49c27a4150b" providerId="LiveId" clId="{3C54D762-8C57-4000-B3D7-E983C700E3E3}" dt="2025-11-28T18:34:53.846" v="261"/>
        <pc:sldMkLst>
          <pc:docMk/>
          <pc:sldMk cId="1134753584" sldId="268"/>
        </pc:sldMkLst>
        <pc:spChg chg="del mod">
          <ac:chgData name="OM SINGH" userId="82f8e49c27a4150b" providerId="LiveId" clId="{3C54D762-8C57-4000-B3D7-E983C700E3E3}" dt="2025-11-28T18:34:53.346" v="260" actId="478"/>
          <ac:spMkLst>
            <pc:docMk/>
            <pc:sldMk cId="1134753584" sldId="268"/>
            <ac:spMk id="5" creationId="{00A00D32-0CBB-E27F-C722-7457D571B350}"/>
          </ac:spMkLst>
        </pc:spChg>
        <pc:spChg chg="add mod">
          <ac:chgData name="OM SINGH" userId="82f8e49c27a4150b" providerId="LiveId" clId="{3C54D762-8C57-4000-B3D7-E983C700E3E3}" dt="2025-11-28T18:34:53.846" v="261"/>
          <ac:spMkLst>
            <pc:docMk/>
            <pc:sldMk cId="1134753584" sldId="268"/>
            <ac:spMk id="9" creationId="{E74C0C31-6CBB-10B5-6489-0A52BE36028B}"/>
          </ac:spMkLst>
        </pc:spChg>
        <pc:picChg chg="add mod">
          <ac:chgData name="OM SINGH" userId="82f8e49c27a4150b" providerId="LiveId" clId="{3C54D762-8C57-4000-B3D7-E983C700E3E3}" dt="2025-11-28T18:29:41.753" v="60"/>
          <ac:picMkLst>
            <pc:docMk/>
            <pc:sldMk cId="1134753584" sldId="268"/>
            <ac:picMk id="7" creationId="{2F8B4947-E1FB-D420-C4D5-5CF972C6B19F}"/>
          </ac:picMkLst>
        </pc:picChg>
        <pc:picChg chg="add mod">
          <ac:chgData name="OM SINGH" userId="82f8e49c27a4150b" providerId="LiveId" clId="{3C54D762-8C57-4000-B3D7-E983C700E3E3}" dt="2025-11-28T18:29:41.753" v="60"/>
          <ac:picMkLst>
            <pc:docMk/>
            <pc:sldMk cId="1134753584" sldId="268"/>
            <ac:picMk id="8" creationId="{0ED22E6E-1777-5BB0-8AD9-D33BF52B8914}"/>
          </ac:picMkLst>
        </pc:picChg>
      </pc:sldChg>
      <pc:sldChg chg="addSp delSp modSp mod">
        <pc:chgData name="OM SINGH" userId="82f8e49c27a4150b" providerId="LiveId" clId="{3C54D762-8C57-4000-B3D7-E983C700E3E3}" dt="2025-11-28T18:35:00.773" v="263"/>
        <pc:sldMkLst>
          <pc:docMk/>
          <pc:sldMk cId="2926195049" sldId="269"/>
        </pc:sldMkLst>
        <pc:spChg chg="del">
          <ac:chgData name="OM SINGH" userId="82f8e49c27a4150b" providerId="LiveId" clId="{3C54D762-8C57-4000-B3D7-E983C700E3E3}" dt="2025-11-28T18:34:59.986" v="262" actId="478"/>
          <ac:spMkLst>
            <pc:docMk/>
            <pc:sldMk cId="2926195049" sldId="269"/>
            <ac:spMk id="5" creationId="{66B31BB6-003F-B9B5-45F1-7EF2CE4598D7}"/>
          </ac:spMkLst>
        </pc:spChg>
        <pc:spChg chg="add mod">
          <ac:chgData name="OM SINGH" userId="82f8e49c27a4150b" providerId="LiveId" clId="{3C54D762-8C57-4000-B3D7-E983C700E3E3}" dt="2025-11-28T18:35:00.773" v="263"/>
          <ac:spMkLst>
            <pc:docMk/>
            <pc:sldMk cId="2926195049" sldId="269"/>
            <ac:spMk id="7" creationId="{8624B7E0-03A4-D639-DEC8-7BFF50A9C916}"/>
          </ac:spMkLst>
        </pc:spChg>
        <pc:picChg chg="add mod">
          <ac:chgData name="OM SINGH" userId="82f8e49c27a4150b" providerId="LiveId" clId="{3C54D762-8C57-4000-B3D7-E983C700E3E3}" dt="2025-11-28T18:29:45.561" v="61"/>
          <ac:picMkLst>
            <pc:docMk/>
            <pc:sldMk cId="2926195049" sldId="269"/>
            <ac:picMk id="4" creationId="{8424803A-75AD-4F69-4681-B633C2F0ABB1}"/>
          </ac:picMkLst>
        </pc:picChg>
        <pc:picChg chg="add mod">
          <ac:chgData name="OM SINGH" userId="82f8e49c27a4150b" providerId="LiveId" clId="{3C54D762-8C57-4000-B3D7-E983C700E3E3}" dt="2025-11-28T18:29:45.561" v="61"/>
          <ac:picMkLst>
            <pc:docMk/>
            <pc:sldMk cId="2926195049" sldId="269"/>
            <ac:picMk id="6" creationId="{7F0FEC76-694C-9D35-31B2-1BF7123B8776}"/>
          </ac:picMkLst>
        </pc:picChg>
      </pc:sldChg>
      <pc:sldChg chg="addSp delSp modSp mod">
        <pc:chgData name="OM SINGH" userId="82f8e49c27a4150b" providerId="LiveId" clId="{3C54D762-8C57-4000-B3D7-E983C700E3E3}" dt="2025-11-28T18:35:05.427" v="265"/>
        <pc:sldMkLst>
          <pc:docMk/>
          <pc:sldMk cId="2046166901" sldId="271"/>
        </pc:sldMkLst>
        <pc:spChg chg="del">
          <ac:chgData name="OM SINGH" userId="82f8e49c27a4150b" providerId="LiveId" clId="{3C54D762-8C57-4000-B3D7-E983C700E3E3}" dt="2025-11-28T18:35:04.944" v="264" actId="478"/>
          <ac:spMkLst>
            <pc:docMk/>
            <pc:sldMk cId="2046166901" sldId="271"/>
            <ac:spMk id="5" creationId="{D9E06694-D328-0B68-7E33-E92252EC6243}"/>
          </ac:spMkLst>
        </pc:spChg>
        <pc:spChg chg="add mod">
          <ac:chgData name="OM SINGH" userId="82f8e49c27a4150b" providerId="LiveId" clId="{3C54D762-8C57-4000-B3D7-E983C700E3E3}" dt="2025-11-28T18:35:05.427" v="265"/>
          <ac:spMkLst>
            <pc:docMk/>
            <pc:sldMk cId="2046166901" sldId="271"/>
            <ac:spMk id="7" creationId="{862C5E51-BF6B-7BAF-06D6-A037B7F30574}"/>
          </ac:spMkLst>
        </pc:spChg>
        <pc:picChg chg="add mod">
          <ac:chgData name="OM SINGH" userId="82f8e49c27a4150b" providerId="LiveId" clId="{3C54D762-8C57-4000-B3D7-E983C700E3E3}" dt="2025-11-28T18:30:07.701" v="67"/>
          <ac:picMkLst>
            <pc:docMk/>
            <pc:sldMk cId="2046166901" sldId="271"/>
            <ac:picMk id="4" creationId="{9605051B-4538-2E52-E367-DF9295650D33}"/>
          </ac:picMkLst>
        </pc:picChg>
        <pc:picChg chg="add mod">
          <ac:chgData name="OM SINGH" userId="82f8e49c27a4150b" providerId="LiveId" clId="{3C54D762-8C57-4000-B3D7-E983C700E3E3}" dt="2025-11-28T18:30:07.701" v="67"/>
          <ac:picMkLst>
            <pc:docMk/>
            <pc:sldMk cId="2046166901" sldId="271"/>
            <ac:picMk id="6" creationId="{9087C872-25F1-A3CA-182A-652D60E8C832}"/>
          </ac:picMkLst>
        </pc:picChg>
      </pc:sldChg>
      <pc:sldChg chg="addSp delSp modSp mod">
        <pc:chgData name="OM SINGH" userId="82f8e49c27a4150b" providerId="LiveId" clId="{3C54D762-8C57-4000-B3D7-E983C700E3E3}" dt="2025-11-28T18:35:29.924" v="274"/>
        <pc:sldMkLst>
          <pc:docMk/>
          <pc:sldMk cId="1404646673" sldId="272"/>
        </pc:sldMkLst>
        <pc:spChg chg="del">
          <ac:chgData name="OM SINGH" userId="82f8e49c27a4150b" providerId="LiveId" clId="{3C54D762-8C57-4000-B3D7-E983C700E3E3}" dt="2025-11-28T18:35:29.136" v="273" actId="478"/>
          <ac:spMkLst>
            <pc:docMk/>
            <pc:sldMk cId="1404646673" sldId="272"/>
            <ac:spMk id="5" creationId="{9D37C80A-F201-C781-F119-1CB894B28AB8}"/>
          </ac:spMkLst>
        </pc:spChg>
        <pc:spChg chg="add mod">
          <ac:chgData name="OM SINGH" userId="82f8e49c27a4150b" providerId="LiveId" clId="{3C54D762-8C57-4000-B3D7-E983C700E3E3}" dt="2025-11-28T18:35:29.924" v="274"/>
          <ac:spMkLst>
            <pc:docMk/>
            <pc:sldMk cId="1404646673" sldId="272"/>
            <ac:spMk id="8" creationId="{C3A6AE16-E5AB-3027-68B5-BD500EF58466}"/>
          </ac:spMkLst>
        </pc:spChg>
        <pc:picChg chg="add mod">
          <ac:chgData name="OM SINGH" userId="82f8e49c27a4150b" providerId="LiveId" clId="{3C54D762-8C57-4000-B3D7-E983C700E3E3}" dt="2025-11-28T18:29:55.130" v="65"/>
          <ac:picMkLst>
            <pc:docMk/>
            <pc:sldMk cId="1404646673" sldId="272"/>
            <ac:picMk id="4" creationId="{DC6C5E22-9CFF-AA0F-EEFD-A900E4573B1B}"/>
          </ac:picMkLst>
        </pc:picChg>
        <pc:picChg chg="add mod">
          <ac:chgData name="OM SINGH" userId="82f8e49c27a4150b" providerId="LiveId" clId="{3C54D762-8C57-4000-B3D7-E983C700E3E3}" dt="2025-11-28T18:29:55.130" v="65"/>
          <ac:picMkLst>
            <pc:docMk/>
            <pc:sldMk cId="1404646673" sldId="272"/>
            <ac:picMk id="6" creationId="{C6793BE9-3604-A1F1-D237-0C0B241FDBCF}"/>
          </ac:picMkLst>
        </pc:picChg>
      </pc:sldChg>
      <pc:sldChg chg="addSp delSp modSp mod">
        <pc:chgData name="OM SINGH" userId="82f8e49c27a4150b" providerId="LiveId" clId="{3C54D762-8C57-4000-B3D7-E983C700E3E3}" dt="2025-11-28T18:34:30.196" v="253"/>
        <pc:sldMkLst>
          <pc:docMk/>
          <pc:sldMk cId="1457776712" sldId="275"/>
        </pc:sldMkLst>
        <pc:spChg chg="del">
          <ac:chgData name="OM SINGH" userId="82f8e49c27a4150b" providerId="LiveId" clId="{3C54D762-8C57-4000-B3D7-E983C700E3E3}" dt="2025-11-28T18:34:29.586" v="252" actId="478"/>
          <ac:spMkLst>
            <pc:docMk/>
            <pc:sldMk cId="1457776712" sldId="275"/>
            <ac:spMk id="5" creationId="{EFE15D39-8821-A881-C576-9DEE8A0191B1}"/>
          </ac:spMkLst>
        </pc:spChg>
        <pc:spChg chg="add mod">
          <ac:chgData name="OM SINGH" userId="82f8e49c27a4150b" providerId="LiveId" clId="{3C54D762-8C57-4000-B3D7-E983C700E3E3}" dt="2025-11-28T18:34:30.196" v="253"/>
          <ac:spMkLst>
            <pc:docMk/>
            <pc:sldMk cId="1457776712" sldId="275"/>
            <ac:spMk id="8" creationId="{FB9039C8-57E4-B066-ECCE-DB3F4C52F3FC}"/>
          </ac:spMkLst>
        </pc:spChg>
        <pc:picChg chg="add mod">
          <ac:chgData name="OM SINGH" userId="82f8e49c27a4150b" providerId="LiveId" clId="{3C54D762-8C57-4000-B3D7-E983C700E3E3}" dt="2025-11-28T18:29:33.471" v="57"/>
          <ac:picMkLst>
            <pc:docMk/>
            <pc:sldMk cId="1457776712" sldId="275"/>
            <ac:picMk id="4" creationId="{1C09803D-6A85-0684-D965-1303DBA6820B}"/>
          </ac:picMkLst>
        </pc:picChg>
        <pc:picChg chg="add mod">
          <ac:chgData name="OM SINGH" userId="82f8e49c27a4150b" providerId="LiveId" clId="{3C54D762-8C57-4000-B3D7-E983C700E3E3}" dt="2025-11-28T18:29:33.471" v="57"/>
          <ac:picMkLst>
            <pc:docMk/>
            <pc:sldMk cId="1457776712" sldId="275"/>
            <ac:picMk id="6" creationId="{859E117B-7E20-303F-E859-AE88A75A3E31}"/>
          </ac:picMkLst>
        </pc:picChg>
      </pc:sldChg>
      <pc:sldChg chg="addSp delSp modSp mod">
        <pc:chgData name="OM SINGH" userId="82f8e49c27a4150b" providerId="LiveId" clId="{3C54D762-8C57-4000-B3D7-E983C700E3E3}" dt="2025-11-28T18:35:11.220" v="267"/>
        <pc:sldMkLst>
          <pc:docMk/>
          <pc:sldMk cId="3844972141" sldId="276"/>
        </pc:sldMkLst>
        <pc:spChg chg="del">
          <ac:chgData name="OM SINGH" userId="82f8e49c27a4150b" providerId="LiveId" clId="{3C54D762-8C57-4000-B3D7-E983C700E3E3}" dt="2025-11-28T18:35:10.286" v="266" actId="478"/>
          <ac:spMkLst>
            <pc:docMk/>
            <pc:sldMk cId="3844972141" sldId="276"/>
            <ac:spMk id="5" creationId="{ACB236F7-535F-A790-2538-E4663C1F616E}"/>
          </ac:spMkLst>
        </pc:spChg>
        <pc:spChg chg="add mod">
          <ac:chgData name="OM SINGH" userId="82f8e49c27a4150b" providerId="LiveId" clId="{3C54D762-8C57-4000-B3D7-E983C700E3E3}" dt="2025-11-28T18:35:11.220" v="267"/>
          <ac:spMkLst>
            <pc:docMk/>
            <pc:sldMk cId="3844972141" sldId="276"/>
            <ac:spMk id="7" creationId="{15E40A78-4F61-85C0-EB88-5F55995A7C22}"/>
          </ac:spMkLst>
        </pc:spChg>
        <pc:picChg chg="add mod">
          <ac:chgData name="OM SINGH" userId="82f8e49c27a4150b" providerId="LiveId" clId="{3C54D762-8C57-4000-B3D7-E983C700E3E3}" dt="2025-11-28T18:29:47.477" v="62"/>
          <ac:picMkLst>
            <pc:docMk/>
            <pc:sldMk cId="3844972141" sldId="276"/>
            <ac:picMk id="4" creationId="{2BAC14C6-AA82-5AF6-69E1-F0F915D6A972}"/>
          </ac:picMkLst>
        </pc:picChg>
        <pc:picChg chg="add mod">
          <ac:chgData name="OM SINGH" userId="82f8e49c27a4150b" providerId="LiveId" clId="{3C54D762-8C57-4000-B3D7-E983C700E3E3}" dt="2025-11-28T18:29:47.477" v="62"/>
          <ac:picMkLst>
            <pc:docMk/>
            <pc:sldMk cId="3844972141" sldId="276"/>
            <ac:picMk id="6" creationId="{CD1608C5-BA59-C024-C97F-1C64D48D2386}"/>
          </ac:picMkLst>
        </pc:picChg>
      </pc:sldChg>
      <pc:sldChg chg="addSp delSp modSp mod">
        <pc:chgData name="OM SINGH" userId="82f8e49c27a4150b" providerId="LiveId" clId="{3C54D762-8C57-4000-B3D7-E983C700E3E3}" dt="2025-11-28T18:35:24.998" v="272"/>
        <pc:sldMkLst>
          <pc:docMk/>
          <pc:sldMk cId="847926437" sldId="277"/>
        </pc:sldMkLst>
        <pc:spChg chg="del mod">
          <ac:chgData name="OM SINGH" userId="82f8e49c27a4150b" providerId="LiveId" clId="{3C54D762-8C57-4000-B3D7-E983C700E3E3}" dt="2025-11-28T18:35:24.482" v="271" actId="478"/>
          <ac:spMkLst>
            <pc:docMk/>
            <pc:sldMk cId="847926437" sldId="277"/>
            <ac:spMk id="5" creationId="{63976D19-0A63-2D91-FB0A-7F0677516FBE}"/>
          </ac:spMkLst>
        </pc:spChg>
        <pc:spChg chg="add mod">
          <ac:chgData name="OM SINGH" userId="82f8e49c27a4150b" providerId="LiveId" clId="{3C54D762-8C57-4000-B3D7-E983C700E3E3}" dt="2025-11-28T18:35:24.998" v="272"/>
          <ac:spMkLst>
            <pc:docMk/>
            <pc:sldMk cId="847926437" sldId="277"/>
            <ac:spMk id="7" creationId="{88458695-4E89-6944-C344-3389CC4D0121}"/>
          </ac:spMkLst>
        </pc:spChg>
        <pc:picChg chg="add mod">
          <ac:chgData name="OM SINGH" userId="82f8e49c27a4150b" providerId="LiveId" clId="{3C54D762-8C57-4000-B3D7-E983C700E3E3}" dt="2025-11-28T18:29:53.034" v="64"/>
          <ac:picMkLst>
            <pc:docMk/>
            <pc:sldMk cId="847926437" sldId="277"/>
            <ac:picMk id="4" creationId="{8CFA7AA4-30DA-0C6A-6803-C16EB108E600}"/>
          </ac:picMkLst>
        </pc:picChg>
        <pc:picChg chg="add mod">
          <ac:chgData name="OM SINGH" userId="82f8e49c27a4150b" providerId="LiveId" clId="{3C54D762-8C57-4000-B3D7-E983C700E3E3}" dt="2025-11-28T18:29:53.034" v="64"/>
          <ac:picMkLst>
            <pc:docMk/>
            <pc:sldMk cId="847926437" sldId="277"/>
            <ac:picMk id="6" creationId="{B3F677FB-C285-B002-8FB2-B549B9CF6A0A}"/>
          </ac:picMkLst>
        </pc:picChg>
      </pc:sldChg>
      <pc:sldChg chg="addSp delSp modSp mod">
        <pc:chgData name="OM SINGH" userId="82f8e49c27a4150b" providerId="LiveId" clId="{3C54D762-8C57-4000-B3D7-E983C700E3E3}" dt="2025-11-28T18:35:16.100" v="269"/>
        <pc:sldMkLst>
          <pc:docMk/>
          <pc:sldMk cId="1520988136" sldId="278"/>
        </pc:sldMkLst>
        <pc:spChg chg="del">
          <ac:chgData name="OM SINGH" userId="82f8e49c27a4150b" providerId="LiveId" clId="{3C54D762-8C57-4000-B3D7-E983C700E3E3}" dt="2025-11-28T18:35:15.586" v="268" actId="478"/>
          <ac:spMkLst>
            <pc:docMk/>
            <pc:sldMk cId="1520988136" sldId="278"/>
            <ac:spMk id="5" creationId="{CCDE10DC-87EC-2125-6AF8-1BB2C849E29B}"/>
          </ac:spMkLst>
        </pc:spChg>
        <pc:spChg chg="add mod">
          <ac:chgData name="OM SINGH" userId="82f8e49c27a4150b" providerId="LiveId" clId="{3C54D762-8C57-4000-B3D7-E983C700E3E3}" dt="2025-11-28T18:35:16.100" v="269"/>
          <ac:spMkLst>
            <pc:docMk/>
            <pc:sldMk cId="1520988136" sldId="278"/>
            <ac:spMk id="7" creationId="{09EBFA3C-3574-296F-6559-6A1A56134A86}"/>
          </ac:spMkLst>
        </pc:spChg>
        <pc:picChg chg="add mod">
          <ac:chgData name="OM SINGH" userId="82f8e49c27a4150b" providerId="LiveId" clId="{3C54D762-8C57-4000-B3D7-E983C700E3E3}" dt="2025-11-28T18:29:50.541" v="63"/>
          <ac:picMkLst>
            <pc:docMk/>
            <pc:sldMk cId="1520988136" sldId="278"/>
            <ac:picMk id="4" creationId="{391879E1-5491-CCD4-9212-696B51205422}"/>
          </ac:picMkLst>
        </pc:picChg>
        <pc:picChg chg="add mod">
          <ac:chgData name="OM SINGH" userId="82f8e49c27a4150b" providerId="LiveId" clId="{3C54D762-8C57-4000-B3D7-E983C700E3E3}" dt="2025-11-28T18:29:50.541" v="63"/>
          <ac:picMkLst>
            <pc:docMk/>
            <pc:sldMk cId="1520988136" sldId="278"/>
            <ac:picMk id="6" creationId="{1042BE73-C138-F829-5250-39A1998CD0B6}"/>
          </ac:picMkLst>
        </pc:picChg>
      </pc:sldChg>
      <pc:sldChg chg="addSp delSp modSp mod">
        <pc:chgData name="OM SINGH" userId="82f8e49c27a4150b" providerId="LiveId" clId="{3C54D762-8C57-4000-B3D7-E983C700E3E3}" dt="2025-11-28T18:34:44.132" v="258"/>
        <pc:sldMkLst>
          <pc:docMk/>
          <pc:sldMk cId="264179314" sldId="279"/>
        </pc:sldMkLst>
        <pc:spChg chg="del">
          <ac:chgData name="OM SINGH" userId="82f8e49c27a4150b" providerId="LiveId" clId="{3C54D762-8C57-4000-B3D7-E983C700E3E3}" dt="2025-11-28T18:34:43.614" v="257" actId="478"/>
          <ac:spMkLst>
            <pc:docMk/>
            <pc:sldMk cId="264179314" sldId="279"/>
            <ac:spMk id="5" creationId="{03745FF7-3A73-B238-95A6-04B926655C40}"/>
          </ac:spMkLst>
        </pc:spChg>
        <pc:spChg chg="add mod">
          <ac:chgData name="OM SINGH" userId="82f8e49c27a4150b" providerId="LiveId" clId="{3C54D762-8C57-4000-B3D7-E983C700E3E3}" dt="2025-11-28T18:34:44.132" v="258"/>
          <ac:spMkLst>
            <pc:docMk/>
            <pc:sldMk cId="264179314" sldId="279"/>
            <ac:spMk id="7" creationId="{E1E4E769-BDE0-94E6-4F25-1313D972A658}"/>
          </ac:spMkLst>
        </pc:spChg>
        <pc:picChg chg="add mod">
          <ac:chgData name="OM SINGH" userId="82f8e49c27a4150b" providerId="LiveId" clId="{3C54D762-8C57-4000-B3D7-E983C700E3E3}" dt="2025-11-28T18:29:38.211" v="59"/>
          <ac:picMkLst>
            <pc:docMk/>
            <pc:sldMk cId="264179314" sldId="279"/>
            <ac:picMk id="4" creationId="{71872646-E602-4EDB-6D0C-B857EC827051}"/>
          </ac:picMkLst>
        </pc:picChg>
        <pc:picChg chg="add mod">
          <ac:chgData name="OM SINGH" userId="82f8e49c27a4150b" providerId="LiveId" clId="{3C54D762-8C57-4000-B3D7-E983C700E3E3}" dt="2025-11-28T18:29:38.211" v="59"/>
          <ac:picMkLst>
            <pc:docMk/>
            <pc:sldMk cId="264179314" sldId="279"/>
            <ac:picMk id="6" creationId="{DE8E10E3-7BCC-3695-2E61-57F8F8C0E0A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78438" cy="3444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899275" y="0"/>
            <a:ext cx="5276850" cy="344488"/>
          </a:xfrm>
          <a:prstGeom prst="rect">
            <a:avLst/>
          </a:prstGeom>
        </p:spPr>
        <p:txBody>
          <a:bodyPr vert="horz" lIns="91440" tIns="45720" rIns="91440" bIns="45720" rtlCol="0"/>
          <a:lstStyle>
            <a:lvl1pPr algn="r">
              <a:defRPr sz="1200"/>
            </a:lvl1pPr>
          </a:lstStyle>
          <a:p>
            <a:fld id="{42DAEA02-82E5-447F-AF47-C8A30CAF5898}" type="datetimeFigureOut">
              <a:rPr lang="en-IN" smtClean="0"/>
              <a:t>28-11-2025</a:t>
            </a:fld>
            <a:endParaRPr lang="en-IN" dirty="0"/>
          </a:p>
        </p:txBody>
      </p:sp>
      <p:sp>
        <p:nvSpPr>
          <p:cNvPr id="4" name="Slide Image Placeholder 3"/>
          <p:cNvSpPr>
            <a:spLocks noGrp="1" noRot="1" noChangeAspect="1"/>
          </p:cNvSpPr>
          <p:nvPr>
            <p:ph type="sldImg" idx="2"/>
          </p:nvPr>
        </p:nvSpPr>
        <p:spPr>
          <a:xfrm>
            <a:off x="4033838" y="857250"/>
            <a:ext cx="4111625"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7613" y="3300413"/>
            <a:ext cx="9744075"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78438" cy="3444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6899275" y="6513513"/>
            <a:ext cx="5276850" cy="344487"/>
          </a:xfrm>
          <a:prstGeom prst="rect">
            <a:avLst/>
          </a:prstGeom>
        </p:spPr>
        <p:txBody>
          <a:bodyPr vert="horz" lIns="91440" tIns="45720" rIns="91440" bIns="45720" rtlCol="0" anchor="b"/>
          <a:lstStyle>
            <a:lvl1pPr algn="r">
              <a:defRPr sz="1200"/>
            </a:lvl1pPr>
          </a:lstStyle>
          <a:p>
            <a:fld id="{DBCFB6A7-B0A6-489A-86C8-C139BF69FB8A}" type="slidenum">
              <a:rPr lang="en-IN" smtClean="0"/>
              <a:t>‹#›</a:t>
            </a:fld>
            <a:endParaRPr lang="en-IN" dirty="0"/>
          </a:p>
        </p:txBody>
      </p:sp>
    </p:spTree>
    <p:extLst>
      <p:ext uri="{BB962C8B-B14F-4D97-AF65-F5344CB8AC3E}">
        <p14:creationId xmlns:p14="http://schemas.microsoft.com/office/powerpoint/2010/main" val="1062068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3923" y="2125980"/>
            <a:ext cx="10357803" cy="1440180"/>
          </a:xfrm>
          <a:prstGeom prst="rect">
            <a:avLst/>
          </a:prstGeom>
        </p:spPr>
        <p:txBody>
          <a:bodyPr wrap="square" lIns="0" tIns="0" rIns="0" bIns="0">
            <a:spAutoFit/>
          </a:bodyPr>
          <a:lstStyle>
            <a:lvl1pPr>
              <a:defRPr sz="36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7847" y="3840480"/>
            <a:ext cx="8529955" cy="1714500"/>
          </a:xfrm>
          <a:prstGeom prst="rect">
            <a:avLst/>
          </a:prstGeom>
        </p:spPr>
        <p:txBody>
          <a:bodyPr wrap="square" lIns="0" tIns="0" rIns="0" bIns="0">
            <a:spAutoFit/>
          </a:bodyPr>
          <a:lstStyle>
            <a:lvl1pPr>
              <a:defRPr sz="25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5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
        <p:nvSpPr>
          <p:cNvPr id="3" name="Holder 3"/>
          <p:cNvSpPr>
            <a:spLocks noGrp="1"/>
          </p:cNvSpPr>
          <p:nvPr>
            <p:ph sz="half" idx="2"/>
          </p:nvPr>
        </p:nvSpPr>
        <p:spPr>
          <a:xfrm>
            <a:off x="609282" y="1577340"/>
            <a:ext cx="5300758"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5609" y="1577340"/>
            <a:ext cx="5300758"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297668" y="365759"/>
            <a:ext cx="1697735" cy="618744"/>
          </a:xfrm>
          <a:prstGeom prst="rect">
            <a:avLst/>
          </a:prstGeom>
        </p:spPr>
      </p:pic>
      <p:sp>
        <p:nvSpPr>
          <p:cNvPr id="17" name="bg object 17"/>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297668" y="365759"/>
            <a:ext cx="1697735" cy="618744"/>
          </a:xfrm>
          <a:prstGeom prst="rect">
            <a:avLst/>
          </a:prstGeom>
        </p:spPr>
      </p:pic>
      <p:sp>
        <p:nvSpPr>
          <p:cNvPr id="2" name="Holder 2"/>
          <p:cNvSpPr>
            <a:spLocks noGrp="1"/>
          </p:cNvSpPr>
          <p:nvPr>
            <p:ph type="title"/>
          </p:nvPr>
        </p:nvSpPr>
        <p:spPr>
          <a:xfrm>
            <a:off x="330708" y="365759"/>
            <a:ext cx="11524233" cy="563880"/>
          </a:xfrm>
          <a:prstGeom prst="rect">
            <a:avLst/>
          </a:prstGeom>
        </p:spPr>
        <p:txBody>
          <a:bodyPr wrap="square" lIns="0" tIns="0" rIns="0" bIns="0">
            <a:spAutoFit/>
          </a:bodyPr>
          <a:lstStyle>
            <a:lvl1pPr>
              <a:defRPr sz="3600" b="1" i="0">
                <a:solidFill>
                  <a:schemeClr val="bg1"/>
                </a:solidFill>
                <a:latin typeface="Calibri"/>
                <a:cs typeface="Calibri"/>
              </a:defRPr>
            </a:lvl1pPr>
          </a:lstStyle>
          <a:p>
            <a:endParaRPr/>
          </a:p>
        </p:txBody>
      </p:sp>
      <p:sp>
        <p:nvSpPr>
          <p:cNvPr id="3" name="Holder 3"/>
          <p:cNvSpPr>
            <a:spLocks noGrp="1"/>
          </p:cNvSpPr>
          <p:nvPr>
            <p:ph type="body" idx="1"/>
          </p:nvPr>
        </p:nvSpPr>
        <p:spPr>
          <a:xfrm>
            <a:off x="309778" y="1271981"/>
            <a:ext cx="11379835" cy="4471670"/>
          </a:xfrm>
          <a:prstGeom prst="rect">
            <a:avLst/>
          </a:prstGeom>
        </p:spPr>
        <p:txBody>
          <a:bodyPr wrap="square" lIns="0" tIns="0" rIns="0" bIns="0">
            <a:spAutoFit/>
          </a:bodyPr>
          <a:lstStyle>
            <a:lvl1pPr>
              <a:defRPr sz="25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3121" y="6377940"/>
            <a:ext cx="3899408"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282" y="6377940"/>
            <a:ext cx="2802699"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11/28/2025</a:t>
            </a:fld>
            <a:endParaRPr lang="en-US" dirty="0"/>
          </a:p>
        </p:txBody>
      </p:sp>
      <p:sp>
        <p:nvSpPr>
          <p:cNvPr id="6" name="Holder 6"/>
          <p:cNvSpPr>
            <a:spLocks noGrp="1"/>
          </p:cNvSpPr>
          <p:nvPr>
            <p:ph type="sldNum" sz="quarter" idx="7"/>
          </p:nvPr>
        </p:nvSpPr>
        <p:spPr>
          <a:xfrm>
            <a:off x="8773668" y="6377940"/>
            <a:ext cx="2802699"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cpur.in/" TargetMode="External"/><Relationship Id="rId2" Type="http://schemas.openxmlformats.org/officeDocument/2006/relationships/image" Target="../media/image5.jpg"/><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8340" y="4580879"/>
            <a:ext cx="4610357" cy="2056460"/>
          </a:xfrm>
          <a:prstGeom prst="rect">
            <a:avLst/>
          </a:prstGeom>
        </p:spPr>
        <p:txBody>
          <a:bodyPr vert="horz" wrap="square" lIns="0" tIns="12700" rIns="0" bIns="0" rtlCol="0">
            <a:spAutoFit/>
          </a:bodyPr>
          <a:lstStyle/>
          <a:p>
            <a:pPr marL="12700" marR="1506220">
              <a:lnSpc>
                <a:spcPct val="132000"/>
              </a:lnSpc>
              <a:spcBef>
                <a:spcPts val="100"/>
              </a:spcBef>
            </a:pPr>
            <a:r>
              <a:rPr sz="2000" b="1" dirty="0">
                <a:latin typeface="Times New Roman"/>
                <a:cs typeface="Times New Roman"/>
              </a:rPr>
              <a:t>Submitted</a:t>
            </a:r>
            <a:r>
              <a:rPr sz="2000" b="1" spc="-95" dirty="0">
                <a:latin typeface="Times New Roman"/>
                <a:cs typeface="Times New Roman"/>
              </a:rPr>
              <a:t> </a:t>
            </a:r>
            <a:r>
              <a:rPr sz="2000" b="1" spc="-25" dirty="0">
                <a:latin typeface="Times New Roman"/>
                <a:cs typeface="Times New Roman"/>
              </a:rPr>
              <a:t>By: </a:t>
            </a:r>
            <a:endParaRPr lang="en-IN" sz="2000" b="1" spc="-25" dirty="0">
              <a:latin typeface="Times New Roman"/>
              <a:cs typeface="Times New Roman"/>
            </a:endParaRPr>
          </a:p>
          <a:p>
            <a:pPr marL="12700" marR="1506220">
              <a:lnSpc>
                <a:spcPct val="132000"/>
              </a:lnSpc>
              <a:spcBef>
                <a:spcPts val="100"/>
              </a:spcBef>
            </a:pPr>
            <a:r>
              <a:rPr lang="en-IN" sz="2000" b="1" spc="-10" dirty="0">
                <a:latin typeface="Times New Roman"/>
                <a:cs typeface="Times New Roman"/>
              </a:rPr>
              <a:t>Om Singh Chauhan</a:t>
            </a:r>
            <a:endParaRPr sz="2000" dirty="0">
              <a:latin typeface="Times New Roman"/>
              <a:cs typeface="Times New Roman"/>
            </a:endParaRPr>
          </a:p>
          <a:p>
            <a:pPr marL="12700">
              <a:lnSpc>
                <a:spcPct val="100000"/>
              </a:lnSpc>
              <a:spcBef>
                <a:spcPts val="1125"/>
              </a:spcBef>
            </a:pPr>
            <a:r>
              <a:rPr sz="2000" dirty="0">
                <a:latin typeface="Times New Roman"/>
                <a:cs typeface="Times New Roman"/>
              </a:rPr>
              <a:t>KID:</a:t>
            </a:r>
            <a:r>
              <a:rPr sz="2000" spc="-60" dirty="0">
                <a:latin typeface="Times New Roman"/>
                <a:cs typeface="Times New Roman"/>
              </a:rPr>
              <a:t> </a:t>
            </a:r>
            <a:r>
              <a:rPr sz="2000" dirty="0">
                <a:latin typeface="Times New Roman"/>
                <a:cs typeface="Times New Roman"/>
              </a:rPr>
              <a:t>K2</a:t>
            </a:r>
            <a:r>
              <a:rPr lang="en-IN" sz="2000" dirty="0">
                <a:latin typeface="Times New Roman"/>
                <a:cs typeface="Times New Roman"/>
              </a:rPr>
              <a:t>4404</a:t>
            </a:r>
            <a:r>
              <a:rPr sz="2000" spc="-65" dirty="0">
                <a:latin typeface="Times New Roman"/>
                <a:cs typeface="Times New Roman"/>
              </a:rPr>
              <a:t> </a:t>
            </a:r>
            <a:r>
              <a:rPr sz="2000" dirty="0">
                <a:latin typeface="Times New Roman"/>
                <a:cs typeface="Times New Roman"/>
              </a:rPr>
              <a:t>|</a:t>
            </a:r>
            <a:r>
              <a:rPr sz="2000" spc="-25" dirty="0">
                <a:latin typeface="Times New Roman"/>
                <a:cs typeface="Times New Roman"/>
              </a:rPr>
              <a:t> </a:t>
            </a:r>
            <a:r>
              <a:rPr sz="2000" spc="-10" dirty="0">
                <a:latin typeface="Times New Roman"/>
                <a:cs typeface="Times New Roman"/>
              </a:rPr>
              <a:t>BCA</a:t>
            </a:r>
            <a:r>
              <a:rPr lang="en-IN" sz="2000" spc="-10" dirty="0">
                <a:latin typeface="Times New Roman"/>
                <a:cs typeface="Times New Roman"/>
              </a:rPr>
              <a:t> (DS)</a:t>
            </a:r>
            <a:endParaRPr sz="2000" dirty="0">
              <a:latin typeface="Times New Roman"/>
              <a:cs typeface="Times New Roman"/>
            </a:endParaRPr>
          </a:p>
          <a:p>
            <a:pPr marL="12700">
              <a:lnSpc>
                <a:spcPct val="100000"/>
              </a:lnSpc>
              <a:spcBef>
                <a:spcPts val="445"/>
              </a:spcBef>
            </a:pPr>
            <a:r>
              <a:rPr sz="2000" dirty="0">
                <a:latin typeface="Times New Roman"/>
                <a:cs typeface="Times New Roman"/>
              </a:rPr>
              <a:t>School</a:t>
            </a:r>
            <a:r>
              <a:rPr sz="2000" spc="-3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spc="-10" dirty="0">
                <a:latin typeface="Times New Roman"/>
                <a:cs typeface="Times New Roman"/>
              </a:rPr>
              <a:t>Computer</a:t>
            </a:r>
            <a:r>
              <a:rPr sz="2000" spc="-245" dirty="0">
                <a:latin typeface="Times New Roman"/>
                <a:cs typeface="Times New Roman"/>
              </a:rPr>
              <a:t> </a:t>
            </a:r>
            <a:r>
              <a:rPr sz="2000" spc="-10" dirty="0">
                <a:latin typeface="Times New Roman"/>
                <a:cs typeface="Times New Roman"/>
              </a:rPr>
              <a:t>Applications,</a:t>
            </a:r>
            <a:endParaRPr sz="2000" dirty="0">
              <a:latin typeface="Times New Roman"/>
              <a:cs typeface="Times New Roman"/>
            </a:endParaRPr>
          </a:p>
          <a:p>
            <a:pPr marL="12700">
              <a:lnSpc>
                <a:spcPct val="100000"/>
              </a:lnSpc>
              <a:spcBef>
                <a:spcPts val="770"/>
              </a:spcBef>
            </a:pPr>
            <a:r>
              <a:rPr sz="2000" dirty="0">
                <a:latin typeface="Times New Roman"/>
                <a:cs typeface="Times New Roman"/>
              </a:rPr>
              <a:t>Career</a:t>
            </a:r>
            <a:r>
              <a:rPr sz="2000" spc="-60" dirty="0">
                <a:latin typeface="Times New Roman"/>
                <a:cs typeface="Times New Roman"/>
              </a:rPr>
              <a:t> </a:t>
            </a:r>
            <a:r>
              <a:rPr sz="2000" dirty="0">
                <a:latin typeface="Times New Roman"/>
                <a:cs typeface="Times New Roman"/>
              </a:rPr>
              <a:t>Point</a:t>
            </a:r>
            <a:r>
              <a:rPr sz="2000" spc="-65" dirty="0">
                <a:latin typeface="Times New Roman"/>
                <a:cs typeface="Times New Roman"/>
              </a:rPr>
              <a:t> </a:t>
            </a:r>
            <a:r>
              <a:rPr sz="2000" spc="-35" dirty="0">
                <a:latin typeface="Times New Roman"/>
                <a:cs typeface="Times New Roman"/>
              </a:rPr>
              <a:t>University,</a:t>
            </a:r>
            <a:r>
              <a:rPr sz="2000" spc="-25" dirty="0">
                <a:latin typeface="Times New Roman"/>
                <a:cs typeface="Times New Roman"/>
              </a:rPr>
              <a:t> </a:t>
            </a:r>
            <a:r>
              <a:rPr sz="2000" spc="-20" dirty="0">
                <a:latin typeface="Times New Roman"/>
                <a:cs typeface="Times New Roman"/>
              </a:rPr>
              <a:t>Kota</a:t>
            </a:r>
            <a:endParaRPr sz="2000" dirty="0">
              <a:latin typeface="Times New Roman"/>
              <a:cs typeface="Times New Roman"/>
            </a:endParaRPr>
          </a:p>
        </p:txBody>
      </p:sp>
      <p:sp>
        <p:nvSpPr>
          <p:cNvPr id="3" name="object 3"/>
          <p:cNvSpPr txBox="1">
            <a:spLocks noGrp="1"/>
          </p:cNvSpPr>
          <p:nvPr>
            <p:ph type="title"/>
          </p:nvPr>
        </p:nvSpPr>
        <p:spPr>
          <a:xfrm>
            <a:off x="679450" y="304800"/>
            <a:ext cx="9372600" cy="673261"/>
          </a:xfrm>
          <a:prstGeom prst="rect">
            <a:avLst/>
          </a:prstGeom>
          <a:solidFill>
            <a:srgbClr val="2E5395"/>
          </a:solidFill>
        </p:spPr>
        <p:txBody>
          <a:bodyPr vert="horz" wrap="square" lIns="0" tIns="118110" rIns="0" bIns="0" rtlCol="0">
            <a:spAutoFit/>
          </a:bodyPr>
          <a:lstStyle/>
          <a:p>
            <a:pPr marL="6350" algn="ctr">
              <a:lnSpc>
                <a:spcPct val="100000"/>
              </a:lnSpc>
              <a:spcBef>
                <a:spcPts val="930"/>
              </a:spcBef>
            </a:pPr>
            <a:r>
              <a:rPr lang="en-US" dirty="0">
                <a:ln w="0"/>
                <a:effectLst>
                  <a:outerShdw blurRad="38100" dist="25400" dir="5400000" algn="ctr" rotWithShape="0">
                    <a:srgbClr val="6E747A">
                      <a:alpha val="43000"/>
                    </a:srgbClr>
                  </a:outerShdw>
                </a:effectLst>
              </a:rPr>
              <a:t>Final Project Presentation</a:t>
            </a:r>
          </a:p>
        </p:txBody>
      </p:sp>
      <p:sp>
        <p:nvSpPr>
          <p:cNvPr id="5" name="object 5"/>
          <p:cNvSpPr txBox="1"/>
          <p:nvPr/>
        </p:nvSpPr>
        <p:spPr>
          <a:xfrm>
            <a:off x="8604250" y="4771060"/>
            <a:ext cx="3340100" cy="1676099"/>
          </a:xfrm>
          <a:prstGeom prst="rect">
            <a:avLst/>
          </a:prstGeom>
        </p:spPr>
        <p:txBody>
          <a:bodyPr vert="horz" wrap="square" lIns="0" tIns="110489" rIns="0" bIns="0" rtlCol="0">
            <a:spAutoFit/>
          </a:bodyPr>
          <a:lstStyle/>
          <a:p>
            <a:pPr marR="7620" algn="ctr">
              <a:lnSpc>
                <a:spcPct val="100000"/>
              </a:lnSpc>
              <a:spcBef>
                <a:spcPts val="869"/>
              </a:spcBef>
            </a:pPr>
            <a:r>
              <a:rPr sz="2000" b="1" dirty="0">
                <a:latin typeface="Times New Roman"/>
                <a:cs typeface="Times New Roman"/>
              </a:rPr>
              <a:t>Under</a:t>
            </a:r>
            <a:r>
              <a:rPr sz="2000" b="1" spc="-190" dirty="0">
                <a:latin typeface="Times New Roman"/>
                <a:cs typeface="Times New Roman"/>
              </a:rPr>
              <a:t> </a:t>
            </a:r>
            <a:r>
              <a:rPr sz="2000" b="1" spc="-10" dirty="0">
                <a:latin typeface="Times New Roman"/>
                <a:cs typeface="Times New Roman"/>
              </a:rPr>
              <a:t>Supervision:</a:t>
            </a:r>
            <a:endParaRPr sz="2000" dirty="0">
              <a:latin typeface="Times New Roman"/>
              <a:cs typeface="Times New Roman"/>
            </a:endParaRPr>
          </a:p>
          <a:p>
            <a:pPr marR="8890" algn="ctr">
              <a:lnSpc>
                <a:spcPct val="100000"/>
              </a:lnSpc>
              <a:spcBef>
                <a:spcPts val="770"/>
              </a:spcBef>
            </a:pPr>
            <a:r>
              <a:rPr lang="en-IN" sz="2000" b="1" spc="-10" dirty="0">
                <a:latin typeface="Times New Roman"/>
                <a:cs typeface="Times New Roman"/>
              </a:rPr>
              <a:t>Karthikeyan C Sir</a:t>
            </a:r>
            <a:endParaRPr sz="2000" b="1" spc="-10" dirty="0">
              <a:latin typeface="Times New Roman"/>
              <a:cs typeface="Times New Roman"/>
            </a:endParaRPr>
          </a:p>
          <a:p>
            <a:pPr marR="11430" algn="ctr">
              <a:lnSpc>
                <a:spcPts val="2350"/>
              </a:lnSpc>
              <a:spcBef>
                <a:spcPts val="1019"/>
              </a:spcBef>
            </a:pPr>
            <a:r>
              <a:rPr lang="en-IN" sz="2000" spc="-20" dirty="0" err="1">
                <a:latin typeface="Times New Roman"/>
                <a:cs typeface="Times New Roman"/>
              </a:rPr>
              <a:t>Vcodez</a:t>
            </a:r>
            <a:r>
              <a:rPr lang="en-IN" sz="2000" spc="-20" dirty="0">
                <a:latin typeface="Times New Roman"/>
                <a:cs typeface="Times New Roman"/>
              </a:rPr>
              <a:t> Innovation Ideas,</a:t>
            </a:r>
            <a:r>
              <a:rPr sz="2000" spc="-20" dirty="0">
                <a:latin typeface="Times New Roman"/>
                <a:cs typeface="Times New Roman"/>
              </a:rPr>
              <a:t> </a:t>
            </a:r>
            <a:endParaRPr sz="2000" dirty="0">
              <a:latin typeface="Times New Roman"/>
              <a:cs typeface="Times New Roman"/>
            </a:endParaRPr>
          </a:p>
          <a:p>
            <a:pPr marR="9525" algn="ctr">
              <a:lnSpc>
                <a:spcPct val="100000"/>
              </a:lnSpc>
              <a:spcBef>
                <a:spcPts val="805"/>
              </a:spcBef>
            </a:pPr>
            <a:r>
              <a:rPr lang="en-IN" sz="2000" dirty="0">
                <a:latin typeface="Times New Roman"/>
                <a:cs typeface="Times New Roman"/>
              </a:rPr>
              <a:t>Chennai , Tamil Nadu - 600119</a:t>
            </a:r>
            <a:endParaRPr sz="2000" dirty="0">
              <a:latin typeface="Times New Roman"/>
              <a:cs typeface="Times New Roman"/>
            </a:endParaRPr>
          </a:p>
        </p:txBody>
      </p:sp>
      <p:sp>
        <p:nvSpPr>
          <p:cNvPr id="9" name="TextBox 8">
            <a:extLst>
              <a:ext uri="{FF2B5EF4-FFF2-40B4-BE49-F238E27FC236}">
                <a16:creationId xmlns:a16="http://schemas.microsoft.com/office/drawing/2014/main" id="{305C23FB-51E6-10AA-5150-82F4389EA426}"/>
              </a:ext>
            </a:extLst>
          </p:cNvPr>
          <p:cNvSpPr txBox="1"/>
          <p:nvPr/>
        </p:nvSpPr>
        <p:spPr>
          <a:xfrm>
            <a:off x="374650" y="1859340"/>
            <a:ext cx="11963400" cy="1569660"/>
          </a:xfrm>
          <a:prstGeom prst="rect">
            <a:avLst/>
          </a:prstGeom>
          <a:noFill/>
        </p:spPr>
        <p:txBody>
          <a:bodyPr wrap="square">
            <a:spAutoFit/>
          </a:bodyPr>
          <a:lstStyle/>
          <a:p>
            <a:pPr algn="ctr"/>
            <a:r>
              <a:rPr lang="en-US" sz="4800" b="1" dirty="0" err="1">
                <a:ln w="0"/>
                <a:solidFill>
                  <a:schemeClr val="tx1"/>
                </a:solidFill>
                <a:effectLst>
                  <a:outerShdw blurRad="50800" dist="38100" dir="5400000" algn="t" rotWithShape="0">
                    <a:prstClr val="black">
                      <a:alpha val="40000"/>
                    </a:prstClr>
                  </a:outerShdw>
                </a:effectLst>
                <a:latin typeface="Times New Roman" panose="02020603050405020304" pitchFamily="18" charset="0"/>
                <a:cs typeface="Times New Roman" panose="02020603050405020304" pitchFamily="18" charset="0"/>
              </a:rPr>
              <a:t>MedGuardian</a:t>
            </a:r>
            <a:r>
              <a:rPr lang="en-US" sz="4800" b="1" dirty="0">
                <a:ln w="0"/>
                <a:solidFill>
                  <a:schemeClr val="tx1"/>
                </a:solidFill>
                <a:effectLst>
                  <a:outerShdw blurRad="50800" dist="38100" dir="5400000" algn="t" rotWithShape="0">
                    <a:prstClr val="black">
                      <a:alpha val="40000"/>
                    </a:prstClr>
                  </a:outerShdw>
                </a:effectLst>
                <a:latin typeface="Times New Roman" panose="02020603050405020304" pitchFamily="18" charset="0"/>
                <a:cs typeface="Times New Roman" panose="02020603050405020304" pitchFamily="18" charset="0"/>
              </a:rPr>
              <a:t>: AI-Powered Early Disease Detection System.</a:t>
            </a:r>
          </a:p>
        </p:txBody>
      </p:sp>
      <p:pic>
        <p:nvPicPr>
          <p:cNvPr id="4" name="Picture 3">
            <a:extLst>
              <a:ext uri="{FF2B5EF4-FFF2-40B4-BE49-F238E27FC236}">
                <a16:creationId xmlns:a16="http://schemas.microsoft.com/office/drawing/2014/main" id="{D4947CDB-F51D-803A-93A8-37DBD41DA639}"/>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A341C782-EAAD-6109-0CF6-0D601212E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0708" y="365759"/>
            <a:ext cx="9726295" cy="563880"/>
          </a:xfrm>
          <a:prstGeom prst="rect">
            <a:avLst/>
          </a:prstGeom>
          <a:solidFill>
            <a:srgbClr val="2E5395"/>
          </a:solidFill>
        </p:spPr>
        <p:txBody>
          <a:bodyPr vert="horz" wrap="square" lIns="0" tIns="0" rIns="0" bIns="0" rtlCol="0">
            <a:spAutoFit/>
          </a:bodyPr>
          <a:lstStyle/>
          <a:p>
            <a:pPr marL="84455">
              <a:lnSpc>
                <a:spcPts val="3860"/>
              </a:lnSpc>
            </a:pPr>
            <a:r>
              <a:rPr sz="3600" b="1" spc="-10" dirty="0">
                <a:solidFill>
                  <a:srgbClr val="FFFFFF"/>
                </a:solidFill>
                <a:latin typeface="Calibri"/>
                <a:cs typeface="Calibri"/>
              </a:rPr>
              <a:t>Contents</a:t>
            </a:r>
            <a:endParaRPr sz="3600" dirty="0">
              <a:latin typeface="Calibri"/>
              <a:cs typeface="Calibri"/>
            </a:endParaRPr>
          </a:p>
        </p:txBody>
      </p:sp>
      <p:sp>
        <p:nvSpPr>
          <p:cNvPr id="4" name="object 4"/>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
        <p:nvSpPr>
          <p:cNvPr id="3" name="object 3"/>
          <p:cNvSpPr txBox="1"/>
          <p:nvPr/>
        </p:nvSpPr>
        <p:spPr>
          <a:xfrm>
            <a:off x="687120" y="943229"/>
            <a:ext cx="6774130" cy="5496376"/>
          </a:xfrm>
          <a:prstGeom prst="rect">
            <a:avLst/>
          </a:prstGeom>
        </p:spPr>
        <p:txBody>
          <a:bodyPr vert="horz" wrap="square" lIns="0" tIns="88900" rIns="0" bIns="0" rtlCol="0">
            <a:spAutoFit/>
          </a:bodyPr>
          <a:lstStyle/>
          <a:p>
            <a:pPr marL="363538" indent="-354013">
              <a:lnSpc>
                <a:spcPct val="100000"/>
              </a:lnSpc>
              <a:spcBef>
                <a:spcPts val="700"/>
              </a:spcBef>
              <a:buSzPct val="94444"/>
              <a:buFont typeface="Arial MT"/>
              <a:buChar char="•"/>
              <a:tabLst>
                <a:tab pos="173990" algn="l"/>
              </a:tabLst>
            </a:pPr>
            <a:r>
              <a:rPr sz="2400" b="1" spc="-10" dirty="0">
                <a:latin typeface="Calibri"/>
                <a:cs typeface="Calibri"/>
              </a:rPr>
              <a:t>Introduction</a:t>
            </a:r>
            <a:endParaRPr sz="2400" dirty="0">
              <a:latin typeface="Calibri"/>
              <a:cs typeface="Calibri"/>
            </a:endParaRPr>
          </a:p>
          <a:p>
            <a:pPr marL="363538" indent="-354013">
              <a:spcBef>
                <a:spcPts val="700"/>
              </a:spcBef>
              <a:buSzPct val="94444"/>
              <a:buFont typeface="Arial MT"/>
              <a:buChar char="•"/>
              <a:tabLst>
                <a:tab pos="173990" algn="l"/>
              </a:tabLst>
            </a:pPr>
            <a:r>
              <a:rPr lang="en-IN" sz="2400" b="1" spc="-10" dirty="0">
                <a:latin typeface="Calibri"/>
                <a:cs typeface="Calibri"/>
              </a:rPr>
              <a:t>Key Problems in Healthcare</a:t>
            </a:r>
          </a:p>
          <a:p>
            <a:pPr marL="363538" indent="-354013">
              <a:spcBef>
                <a:spcPts val="700"/>
              </a:spcBef>
              <a:buSzPct val="94444"/>
              <a:buFont typeface="Arial MT"/>
              <a:buChar char="•"/>
              <a:tabLst>
                <a:tab pos="173990" algn="l"/>
              </a:tabLst>
            </a:pPr>
            <a:r>
              <a:rPr lang="en-IN" sz="2400" b="1" spc="-10" dirty="0">
                <a:latin typeface="Calibri"/>
                <a:cs typeface="Calibri"/>
              </a:rPr>
              <a:t>Core Objectives</a:t>
            </a:r>
          </a:p>
          <a:p>
            <a:pPr marL="363538" indent="-354013">
              <a:spcBef>
                <a:spcPts val="700"/>
              </a:spcBef>
              <a:buSzPct val="94444"/>
              <a:buFont typeface="Arial MT"/>
              <a:buChar char="•"/>
              <a:tabLst>
                <a:tab pos="173990" algn="l"/>
              </a:tabLst>
            </a:pPr>
            <a:r>
              <a:rPr lang="en-IN" sz="2400" b="1" spc="-10" dirty="0">
                <a:latin typeface="Calibri"/>
                <a:cs typeface="Calibri"/>
              </a:rPr>
              <a:t>System Overview</a:t>
            </a:r>
          </a:p>
          <a:p>
            <a:pPr marL="363538" indent="-354013">
              <a:spcBef>
                <a:spcPts val="700"/>
              </a:spcBef>
              <a:buSzPct val="94444"/>
              <a:buFont typeface="Arial MT"/>
              <a:buChar char="•"/>
              <a:tabLst>
                <a:tab pos="173990" algn="l"/>
              </a:tabLst>
            </a:pPr>
            <a:r>
              <a:rPr lang="en-IN" sz="2400" b="1" spc="-10" dirty="0">
                <a:latin typeface="Calibri"/>
                <a:cs typeface="Calibri"/>
              </a:rPr>
              <a:t>Important Features (Highly Explained)</a:t>
            </a:r>
          </a:p>
          <a:p>
            <a:pPr marL="363538" indent="-354013">
              <a:spcBef>
                <a:spcPts val="700"/>
              </a:spcBef>
              <a:buSzPct val="94444"/>
              <a:buFont typeface="Arial MT"/>
              <a:buChar char="•"/>
              <a:tabLst>
                <a:tab pos="173990" algn="l"/>
              </a:tabLst>
            </a:pPr>
            <a:r>
              <a:rPr lang="en-IN" sz="2400" b="1" spc="-10" dirty="0">
                <a:latin typeface="Calibri"/>
                <a:cs typeface="Calibri"/>
              </a:rPr>
              <a:t> Dashboard &amp; Analytics</a:t>
            </a:r>
          </a:p>
          <a:p>
            <a:pPr marL="363538" indent="-354013">
              <a:spcBef>
                <a:spcPts val="700"/>
              </a:spcBef>
              <a:buSzPct val="94444"/>
              <a:buFont typeface="Arial MT"/>
              <a:buChar char="•"/>
              <a:tabLst>
                <a:tab pos="173990" algn="l"/>
              </a:tabLst>
            </a:pPr>
            <a:r>
              <a:rPr lang="en-IN" sz="2400" b="1" spc="-10" dirty="0">
                <a:latin typeface="Calibri"/>
                <a:cs typeface="Calibri"/>
              </a:rPr>
              <a:t>PDF Report Generation</a:t>
            </a:r>
          </a:p>
          <a:p>
            <a:pPr marL="363538" indent="-354013">
              <a:spcBef>
                <a:spcPts val="700"/>
              </a:spcBef>
              <a:buSzPct val="94444"/>
              <a:buFont typeface="Arial MT"/>
              <a:buChar char="•"/>
              <a:tabLst>
                <a:tab pos="173990" algn="l"/>
              </a:tabLst>
            </a:pPr>
            <a:r>
              <a:rPr lang="en-IN" sz="2400" b="1" spc="-10" dirty="0">
                <a:latin typeface="Calibri"/>
                <a:cs typeface="Calibri"/>
              </a:rPr>
              <a:t>Authentication System</a:t>
            </a:r>
          </a:p>
          <a:p>
            <a:pPr marL="363538" indent="-354013">
              <a:spcBef>
                <a:spcPts val="700"/>
              </a:spcBef>
              <a:buSzPct val="94444"/>
              <a:buFont typeface="Arial MT"/>
              <a:buChar char="•"/>
              <a:tabLst>
                <a:tab pos="173990" algn="l"/>
              </a:tabLst>
            </a:pPr>
            <a:r>
              <a:rPr lang="en-IN" sz="2400" b="1" spc="-10" dirty="0">
                <a:latin typeface="Calibri"/>
                <a:cs typeface="Calibri"/>
              </a:rPr>
              <a:t>Technology Stack</a:t>
            </a:r>
          </a:p>
          <a:p>
            <a:pPr marL="363538" indent="-354013">
              <a:spcBef>
                <a:spcPts val="700"/>
              </a:spcBef>
              <a:buSzPct val="94444"/>
              <a:buFont typeface="Arial MT"/>
              <a:buChar char="•"/>
              <a:tabLst>
                <a:tab pos="173990" algn="l"/>
              </a:tabLst>
            </a:pPr>
            <a:r>
              <a:rPr lang="en-IN" sz="2400" b="1" spc="-10" dirty="0">
                <a:latin typeface="Calibri"/>
                <a:cs typeface="Calibri"/>
              </a:rPr>
              <a:t>Use Cases</a:t>
            </a:r>
          </a:p>
          <a:p>
            <a:pPr marL="363538" indent="-354013">
              <a:spcBef>
                <a:spcPts val="700"/>
              </a:spcBef>
              <a:buSzPct val="94444"/>
              <a:buFont typeface="Arial MT"/>
              <a:buChar char="•"/>
              <a:tabLst>
                <a:tab pos="173990" algn="l"/>
              </a:tabLst>
            </a:pPr>
            <a:r>
              <a:rPr lang="en-IN" sz="2400" b="1" spc="-10" dirty="0">
                <a:latin typeface="Calibri"/>
                <a:cs typeface="Calibri"/>
              </a:rPr>
              <a:t>Conclusion </a:t>
            </a:r>
          </a:p>
          <a:p>
            <a:pPr marL="173990" indent="-163830">
              <a:lnSpc>
                <a:spcPct val="100000"/>
              </a:lnSpc>
              <a:spcBef>
                <a:spcPts val="605"/>
              </a:spcBef>
              <a:buSzPct val="94444"/>
              <a:buFont typeface="Arial MT"/>
              <a:buChar char="•"/>
              <a:tabLst>
                <a:tab pos="173990" algn="l"/>
              </a:tabLst>
            </a:pPr>
            <a:endParaRPr sz="2400" dirty="0">
              <a:latin typeface="Calibri"/>
              <a:cs typeface="Calibri"/>
            </a:endParaRPr>
          </a:p>
        </p:txBody>
      </p:sp>
      <p:pic>
        <p:nvPicPr>
          <p:cNvPr id="6" name="Picture 5">
            <a:extLst>
              <a:ext uri="{FF2B5EF4-FFF2-40B4-BE49-F238E27FC236}">
                <a16:creationId xmlns:a16="http://schemas.microsoft.com/office/drawing/2014/main" id="{6AD3C6F8-25DF-6050-30C1-A06957F8FA4C}"/>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1026" name="Picture 2">
            <a:extLst>
              <a:ext uri="{FF2B5EF4-FFF2-40B4-BE49-F238E27FC236}">
                <a16:creationId xmlns:a16="http://schemas.microsoft.com/office/drawing/2014/main" id="{A044EAF8-ED60-AA7C-2A09-ADAC3518E8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spc="-10" dirty="0"/>
              <a:t>Introduction</a:t>
            </a:r>
          </a:p>
        </p:txBody>
      </p:sp>
      <p:sp>
        <p:nvSpPr>
          <p:cNvPr id="4" name="object 4"/>
          <p:cNvSpPr txBox="1"/>
          <p:nvPr/>
        </p:nvSpPr>
        <p:spPr>
          <a:xfrm>
            <a:off x="527051" y="1066799"/>
            <a:ext cx="9296399" cy="3751668"/>
          </a:xfrm>
          <a:prstGeom prst="rect">
            <a:avLst/>
          </a:prstGeom>
        </p:spPr>
        <p:txBody>
          <a:bodyPr vert="horz" wrap="square" lIns="0" tIns="57785" rIns="0" bIns="0"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ea typeface="Tahoma" panose="020B0604030504040204" pitchFamily="34" charset="0"/>
                <a:cs typeface="Times New Roman" panose="02020603050405020304" pitchFamily="18" charset="0"/>
              </a:rPr>
              <a:t>Healthcare systems often struggle with early diagnosis, inaccurate manual analysis, and poor record management. Patients usually do not have access to previous medical reports, making historical comparison and timely treatment difficult.</a:t>
            </a:r>
          </a:p>
          <a:p>
            <a:pPr marL="342900" indent="-342900" algn="just">
              <a:buFont typeface="Arial" panose="020B0604020202020204" pitchFamily="34" charset="0"/>
              <a:buChar char="•"/>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buFont typeface="Arial" panose="020B0604020202020204" pitchFamily="34" charset="0"/>
              <a:buChar char="•"/>
            </a:pPr>
            <a:r>
              <a:rPr lang="en-US" sz="2000" b="1" dirty="0" err="1">
                <a:latin typeface="Times New Roman" panose="02020603050405020304" pitchFamily="18" charset="0"/>
                <a:ea typeface="Tahoma" panose="020B0604030504040204" pitchFamily="34" charset="0"/>
                <a:cs typeface="Times New Roman" panose="02020603050405020304" pitchFamily="18" charset="0"/>
              </a:rPr>
              <a:t>MedGuardian</a:t>
            </a:r>
            <a:r>
              <a:rPr lang="en-US" sz="2000" dirty="0">
                <a:latin typeface="Times New Roman" panose="02020603050405020304" pitchFamily="18" charset="0"/>
                <a:ea typeface="Tahoma" panose="020B0604030504040204" pitchFamily="34" charset="0"/>
                <a:cs typeface="Times New Roman" panose="02020603050405020304" pitchFamily="18" charset="0"/>
              </a:rPr>
              <a:t> is an AI-enabled medical assistance platform that predicts diseases using machine learning models and securely manages patient records through a MySQL database. The system provides digital PDF reports, analytical dashboards, login-based access control, and automated comparison of historical test data.</a:t>
            </a:r>
          </a:p>
          <a:p>
            <a:pPr marL="342900" indent="-342900" algn="just">
              <a:buFont typeface="Arial" panose="020B0604020202020204" pitchFamily="34" charset="0"/>
              <a:buChar char="•"/>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ea typeface="Tahoma" panose="020B0604030504040204" pitchFamily="34" charset="0"/>
                <a:cs typeface="Times New Roman" panose="02020603050405020304" pitchFamily="18" charset="0"/>
              </a:rPr>
              <a:t>The project bridges the gap between modern medical diagnostics and digital healthcare by integrating artificial intelligence, cloud-based storage, and an interactive user interface.</a:t>
            </a:r>
          </a:p>
        </p:txBody>
      </p:sp>
      <p:pic>
        <p:nvPicPr>
          <p:cNvPr id="6" name="Picture 5">
            <a:extLst>
              <a:ext uri="{FF2B5EF4-FFF2-40B4-BE49-F238E27FC236}">
                <a16:creationId xmlns:a16="http://schemas.microsoft.com/office/drawing/2014/main" id="{E0192E63-A32D-9177-4303-2D3630C395BA}"/>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7" name="Picture 2">
            <a:extLst>
              <a:ext uri="{FF2B5EF4-FFF2-40B4-BE49-F238E27FC236}">
                <a16:creationId xmlns:a16="http://schemas.microsoft.com/office/drawing/2014/main" id="{23E0F018-08D6-6E91-07C6-A6D3152B1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4">
            <a:extLst>
              <a:ext uri="{FF2B5EF4-FFF2-40B4-BE49-F238E27FC236}">
                <a16:creationId xmlns:a16="http://schemas.microsoft.com/office/drawing/2014/main" id="{03AACB92-63FE-54BF-79CE-5E63636A7ED0}"/>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2E60F-981E-886E-7C53-55757A805CA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847E122-8377-06E2-7606-F0796AE95BC9}"/>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46F7FE28-680F-5095-DC50-6EE1306B6D2F}"/>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Problem Statement</a:t>
            </a:r>
            <a:endParaRPr spc="-10" dirty="0"/>
          </a:p>
        </p:txBody>
      </p:sp>
      <p:sp>
        <p:nvSpPr>
          <p:cNvPr id="10" name="TextBox 9">
            <a:extLst>
              <a:ext uri="{FF2B5EF4-FFF2-40B4-BE49-F238E27FC236}">
                <a16:creationId xmlns:a16="http://schemas.microsoft.com/office/drawing/2014/main" id="{F6FE4826-B701-660F-4153-124803352371}"/>
              </a:ext>
            </a:extLst>
          </p:cNvPr>
          <p:cNvSpPr txBox="1"/>
          <p:nvPr/>
        </p:nvSpPr>
        <p:spPr>
          <a:xfrm>
            <a:off x="831850" y="1215780"/>
            <a:ext cx="9203563" cy="4093428"/>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Traditional healthcare reporting systems face several issues:</a:t>
            </a:r>
          </a:p>
          <a:p>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diagnosis is time-consuming and prone to errors.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 of historical data makes it difficult for doctors to compare old and new health reports.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Medical records are often lost or poorly stored.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unified system exists for disease prediction, report generation, and data management.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Current tools do not provide risk evaluation or visual analytics.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 is a need for a robust AI-driven system that can predict diseases, generate professional medical reports, store data securely, and provide comparison-based analytics.</a:t>
            </a:r>
          </a:p>
        </p:txBody>
      </p:sp>
      <p:pic>
        <p:nvPicPr>
          <p:cNvPr id="4" name="Picture 3">
            <a:extLst>
              <a:ext uri="{FF2B5EF4-FFF2-40B4-BE49-F238E27FC236}">
                <a16:creationId xmlns:a16="http://schemas.microsoft.com/office/drawing/2014/main" id="{FD7A01BE-D9C6-88E2-CFEE-ED11AFD21297}"/>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30B75CCC-5D9E-BF9F-9E00-02051174C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4">
            <a:extLst>
              <a:ext uri="{FF2B5EF4-FFF2-40B4-BE49-F238E27FC236}">
                <a16:creationId xmlns:a16="http://schemas.microsoft.com/office/drawing/2014/main" id="{4614A41B-D80C-C51A-53D1-519736B9D388}"/>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33639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64810-B3AD-D90A-4E38-BEFF4BDF2F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6B8B524-4B8A-B282-4D5A-C25F2B2891FC}"/>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81A10FDA-5E48-4DB3-DD86-7E6959FFC1CF}"/>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spc="-10" dirty="0"/>
              <a:t>Core Objectives</a:t>
            </a:r>
            <a:endParaRPr spc="-10" dirty="0"/>
          </a:p>
        </p:txBody>
      </p:sp>
      <p:sp>
        <p:nvSpPr>
          <p:cNvPr id="7" name="Rectangle 3">
            <a:extLst>
              <a:ext uri="{FF2B5EF4-FFF2-40B4-BE49-F238E27FC236}">
                <a16:creationId xmlns:a16="http://schemas.microsoft.com/office/drawing/2014/main" id="{9B7A3C02-FA2B-E2AA-5B9F-FA880F0EB1BE}"/>
              </a:ext>
            </a:extLst>
          </p:cNvPr>
          <p:cNvSpPr>
            <a:spLocks noChangeArrowheads="1"/>
          </p:cNvSpPr>
          <p:nvPr/>
        </p:nvSpPr>
        <p:spPr bwMode="auto">
          <a:xfrm>
            <a:off x="0" y="15875"/>
            <a:ext cx="1217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E943BA9B-ECA1-5EBB-6AE7-33C407CEEFC3}"/>
              </a:ext>
            </a:extLst>
          </p:cNvPr>
          <p:cNvSpPr txBox="1"/>
          <p:nvPr/>
        </p:nvSpPr>
        <p:spPr>
          <a:xfrm>
            <a:off x="831851" y="1215779"/>
            <a:ext cx="9067799" cy="3170099"/>
          </a:xfrm>
          <a:prstGeom prst="rect">
            <a:avLst/>
          </a:prstGeom>
          <a:noFill/>
        </p:spPr>
        <p:txBody>
          <a:bodyPr wrap="square">
            <a:spAutoFit/>
          </a:bodyPr>
          <a:lstStyle/>
          <a:p>
            <a:pPr algn="just">
              <a:lnSpc>
                <a:spcPct val="150000"/>
              </a:lnSpc>
              <a:buNone/>
            </a:pPr>
            <a:endParaRPr lang="en-US" sz="2000" dirty="0">
              <a:latin typeface="Times New Roman" panose="02020603050405020304" pitchFamily="18" charset="0"/>
              <a:cs typeface="Times New Roman" panose="02020603050405020304" pitchFamily="18" charset="0"/>
            </a:endParaRPr>
          </a:p>
          <a:p>
            <a:pPr algn="just">
              <a:lnSpc>
                <a:spcPct val="150000"/>
              </a:lnSpc>
              <a:buNone/>
            </a:pPr>
            <a:r>
              <a:rPr lang="en-US" sz="2000" dirty="0">
                <a:latin typeface="Times New Roman" panose="02020603050405020304" pitchFamily="18" charset="0"/>
                <a:cs typeface="Times New Roman" panose="02020603050405020304" pitchFamily="18" charset="0"/>
              </a:rPr>
              <a:t>• Develop ML-based disease prediction models</a:t>
            </a:r>
          </a:p>
          <a:p>
            <a:pPr algn="just">
              <a:lnSpc>
                <a:spcPct val="150000"/>
              </a:lnSpc>
              <a:buNone/>
            </a:pPr>
            <a:r>
              <a:rPr lang="en-US" sz="2000" dirty="0">
                <a:latin typeface="Times New Roman" panose="02020603050405020304" pitchFamily="18" charset="0"/>
                <a:cs typeface="Times New Roman" panose="02020603050405020304" pitchFamily="18" charset="0"/>
              </a:rPr>
              <a:t>• Maintain secure login &amp; data protection using MySQL</a:t>
            </a:r>
          </a:p>
          <a:p>
            <a:pPr algn="just">
              <a:lnSpc>
                <a:spcPct val="150000"/>
              </a:lnSpc>
              <a:buNone/>
            </a:pPr>
            <a:r>
              <a:rPr lang="en-US" sz="2000" dirty="0">
                <a:latin typeface="Times New Roman" panose="02020603050405020304" pitchFamily="18" charset="0"/>
                <a:cs typeface="Times New Roman" panose="02020603050405020304" pitchFamily="18" charset="0"/>
              </a:rPr>
              <a:t>• Store all tests + reports permanently</a:t>
            </a:r>
          </a:p>
          <a:p>
            <a:pPr algn="just">
              <a:lnSpc>
                <a:spcPct val="150000"/>
              </a:lnSpc>
              <a:buNone/>
            </a:pPr>
            <a:r>
              <a:rPr lang="en-US" sz="2000" dirty="0">
                <a:latin typeface="Times New Roman" panose="02020603050405020304" pitchFamily="18" charset="0"/>
                <a:cs typeface="Times New Roman" panose="02020603050405020304" pitchFamily="18" charset="0"/>
              </a:rPr>
              <a:t>• Provide edit/delete control for record management</a:t>
            </a:r>
          </a:p>
          <a:p>
            <a:pPr algn="just">
              <a:lnSpc>
                <a:spcPct val="150000"/>
              </a:lnSpc>
              <a:buNone/>
            </a:pPr>
            <a:r>
              <a:rPr lang="en-US" sz="2000" dirty="0">
                <a:latin typeface="Times New Roman" panose="02020603050405020304" pitchFamily="18" charset="0"/>
                <a:cs typeface="Times New Roman" panose="02020603050405020304" pitchFamily="18" charset="0"/>
              </a:rPr>
              <a:t>• Offer trend analysis with graphical comparison</a:t>
            </a:r>
          </a:p>
          <a:p>
            <a:pPr algn="just">
              <a:buNone/>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C09803D-6A85-0684-D965-1303DBA6820B}"/>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859E117B-7E20-303F-E859-AE88A75A3E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4">
            <a:extLst>
              <a:ext uri="{FF2B5EF4-FFF2-40B4-BE49-F238E27FC236}">
                <a16:creationId xmlns:a16="http://schemas.microsoft.com/office/drawing/2014/main" id="{FB9039C8-57E4-B066-ECCE-DB3F4C52F3FC}"/>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1457776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49787-D15C-05E2-5A55-CF379E1989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568D3F-8924-1F3A-1FD7-3B629E273EC4}"/>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17C64BBC-4E5A-4ED1-604F-B058BF4930EB}"/>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Important Features </a:t>
            </a:r>
            <a:endParaRPr spc="-10" dirty="0"/>
          </a:p>
        </p:txBody>
      </p:sp>
      <p:sp>
        <p:nvSpPr>
          <p:cNvPr id="6" name="TextBox 5">
            <a:extLst>
              <a:ext uri="{FF2B5EF4-FFF2-40B4-BE49-F238E27FC236}">
                <a16:creationId xmlns:a16="http://schemas.microsoft.com/office/drawing/2014/main" id="{1FE84952-7BEE-3D2C-3B65-E73889BA5A5F}"/>
              </a:ext>
            </a:extLst>
          </p:cNvPr>
          <p:cNvSpPr txBox="1"/>
          <p:nvPr/>
        </p:nvSpPr>
        <p:spPr>
          <a:xfrm>
            <a:off x="1365250" y="1219200"/>
            <a:ext cx="8691753" cy="3785652"/>
          </a:xfrm>
          <a:prstGeom prst="rect">
            <a:avLst/>
          </a:prstGeom>
          <a:noFill/>
        </p:spPr>
        <p:txBody>
          <a:bodyPr wrap="square">
            <a:spAutoFit/>
          </a:bodyPr>
          <a:lstStyle/>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1. Disease Prediction Engine:</a:t>
            </a: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   • Predicts Heart, Kidney &amp; Diabetes diseases.</a:t>
            </a: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   • Uses trained ML models for accuracy.</a:t>
            </a:r>
          </a:p>
          <a:p>
            <a:pPr>
              <a:defRPr sz="2600">
                <a:solidFill>
                  <a:srgbClr val="3C3C3C"/>
                </a:solidFill>
              </a:defRPr>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2. Data Storage (MySQL):</a:t>
            </a: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   • Saves every test, report, and patient detail permanently.</a:t>
            </a: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   • Supports future retrieval and comparison.</a:t>
            </a:r>
          </a:p>
          <a:p>
            <a:pPr>
              <a:defRPr sz="2600">
                <a:solidFill>
                  <a:srgbClr val="3C3C3C"/>
                </a:solidFill>
              </a:defRPr>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3. Edit &amp; Delete Records:</a:t>
            </a: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   • Modify old data if there is an error.</a:t>
            </a:r>
          </a:p>
          <a:p>
            <a:pPr>
              <a:defRPr sz="2600">
                <a:solidFill>
                  <a:srgbClr val="3C3C3C"/>
                </a:solidFill>
              </a:defRPr>
            </a:pPr>
            <a:r>
              <a:rPr lang="en-US" sz="2000" dirty="0">
                <a:latin typeface="Times New Roman" panose="02020603050405020304" pitchFamily="18" charset="0"/>
                <a:ea typeface="Tahoma" panose="020B0604030504040204" pitchFamily="34" charset="0"/>
                <a:cs typeface="Times New Roman" panose="02020603050405020304" pitchFamily="18" charset="0"/>
              </a:rPr>
              <a:t>   • Delete unnecessary or outdated </a:t>
            </a:r>
            <a:r>
              <a:rPr lang="en-US" sz="2000" dirty="0"/>
              <a:t>reports.</a:t>
            </a:r>
          </a:p>
          <a:p>
            <a:pPr>
              <a:defRPr sz="2600">
                <a:solidFill>
                  <a:srgbClr val="3C3C3C"/>
                </a:solidFill>
              </a:defRPr>
            </a:pPr>
            <a:r>
              <a:rPr lang="en-US" sz="2000" dirty="0"/>
              <a:t>   • Maintains clean and accurate</a:t>
            </a:r>
            <a:endParaRPr lang="en-US" sz="2000" dirty="0">
              <a:solidFill>
                <a:schemeClr val="tx1"/>
              </a:solidFill>
              <a:latin typeface="Times New Roman" panose="02020603050405020304" pitchFamily="18" charset="0"/>
              <a:ea typeface="+mn-ea"/>
              <a:cs typeface="Times New Roman" panose="02020603050405020304" pitchFamily="18" charset="0"/>
            </a:endParaRPr>
          </a:p>
        </p:txBody>
      </p:sp>
      <p:pic>
        <p:nvPicPr>
          <p:cNvPr id="4" name="Picture 3">
            <a:extLst>
              <a:ext uri="{FF2B5EF4-FFF2-40B4-BE49-F238E27FC236}">
                <a16:creationId xmlns:a16="http://schemas.microsoft.com/office/drawing/2014/main" id="{65DA1A8F-E178-9C63-8FE6-321A86F94796}"/>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7" name="Picture 2">
            <a:extLst>
              <a:ext uri="{FF2B5EF4-FFF2-40B4-BE49-F238E27FC236}">
                <a16:creationId xmlns:a16="http://schemas.microsoft.com/office/drawing/2014/main" id="{22750926-9FD1-3410-9705-7E3B4D54E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4">
            <a:extLst>
              <a:ext uri="{FF2B5EF4-FFF2-40B4-BE49-F238E27FC236}">
                <a16:creationId xmlns:a16="http://schemas.microsoft.com/office/drawing/2014/main" id="{75A6FE71-B47E-B8B2-1C3C-CC2EED881CAF}"/>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1349498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43AD6-CE5D-4DBD-EFC6-F8887971CC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ADD1FA-1D0E-DB0F-F7C7-C2BFB197F13D}"/>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FF6DBD1E-3158-E918-3E42-EF64629A8819}"/>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Important Features (Highly Explained)</a:t>
            </a:r>
            <a:endParaRPr spc="-10" dirty="0"/>
          </a:p>
        </p:txBody>
      </p:sp>
      <p:pic>
        <p:nvPicPr>
          <p:cNvPr id="8" name="Picture 7">
            <a:extLst>
              <a:ext uri="{FF2B5EF4-FFF2-40B4-BE49-F238E27FC236}">
                <a16:creationId xmlns:a16="http://schemas.microsoft.com/office/drawing/2014/main" id="{2443D03B-F878-E3E4-E898-2CE530BC45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050" y="990600"/>
            <a:ext cx="7981130" cy="5105400"/>
          </a:xfrm>
          <a:prstGeom prst="rect">
            <a:avLst/>
          </a:prstGeom>
        </p:spPr>
      </p:pic>
      <p:pic>
        <p:nvPicPr>
          <p:cNvPr id="4" name="Picture 3">
            <a:extLst>
              <a:ext uri="{FF2B5EF4-FFF2-40B4-BE49-F238E27FC236}">
                <a16:creationId xmlns:a16="http://schemas.microsoft.com/office/drawing/2014/main" id="{71872646-E602-4EDB-6D0C-B857EC827051}"/>
              </a:ext>
            </a:extLst>
          </p:cNvPr>
          <p:cNvPicPr>
            <a:picLocks noChangeAspect="1"/>
          </p:cNvPicPr>
          <p:nvPr/>
        </p:nvPicPr>
        <p:blipFill>
          <a:blip r:embed="rId3"/>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DE8E10E3-7BCC-3695-2E61-57F8F8C0E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4">
            <a:extLst>
              <a:ext uri="{FF2B5EF4-FFF2-40B4-BE49-F238E27FC236}">
                <a16:creationId xmlns:a16="http://schemas.microsoft.com/office/drawing/2014/main" id="{E1E4E769-BDE0-94E6-4F25-1313D972A658}"/>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26417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3EE7E-CD89-FBF2-C82E-1F86375D790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60D8D7D-0136-639C-C52B-728247175DAC}"/>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30CD6338-EF21-342A-4742-07D368BEA12D}"/>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Trend Comparison Module</a:t>
            </a:r>
            <a:endParaRPr spc="-10" dirty="0"/>
          </a:p>
        </p:txBody>
      </p:sp>
      <p:sp>
        <p:nvSpPr>
          <p:cNvPr id="6" name="TextBox 5">
            <a:extLst>
              <a:ext uri="{FF2B5EF4-FFF2-40B4-BE49-F238E27FC236}">
                <a16:creationId xmlns:a16="http://schemas.microsoft.com/office/drawing/2014/main" id="{FE510745-1AF9-A5A5-F258-76E53477DCE3}"/>
              </a:ext>
            </a:extLst>
          </p:cNvPr>
          <p:cNvSpPr txBox="1"/>
          <p:nvPr/>
        </p:nvSpPr>
        <p:spPr>
          <a:xfrm>
            <a:off x="1365250" y="1219200"/>
            <a:ext cx="8839200" cy="3076291"/>
          </a:xfrm>
          <a:prstGeom prst="rect">
            <a:avLst/>
          </a:prstGeom>
          <a:noFill/>
        </p:spPr>
        <p:txBody>
          <a:bodyPr wrap="square">
            <a:spAutoFit/>
          </a:body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Compares old vs new test values dynamically.</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Shows improvement or risk increase.</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Visual graphs help doctors make better decisions.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Works for all diseases stored in system.</a:t>
            </a:r>
          </a:p>
        </p:txBody>
      </p:sp>
      <p:sp>
        <p:nvSpPr>
          <p:cNvPr id="4" name="Rectangle 1">
            <a:extLst>
              <a:ext uri="{FF2B5EF4-FFF2-40B4-BE49-F238E27FC236}">
                <a16:creationId xmlns:a16="http://schemas.microsoft.com/office/drawing/2014/main" id="{D7F9291E-78BE-FF7B-6EFA-8D64BFCA3FB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2F8B4947-E1FB-D420-C4D5-5CF972C6B19F}"/>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8" name="Picture 2">
            <a:extLst>
              <a:ext uri="{FF2B5EF4-FFF2-40B4-BE49-F238E27FC236}">
                <a16:creationId xmlns:a16="http://schemas.microsoft.com/office/drawing/2014/main" id="{0ED22E6E-1777-5BB0-8AD9-D33BF52B8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4">
            <a:extLst>
              <a:ext uri="{FF2B5EF4-FFF2-40B4-BE49-F238E27FC236}">
                <a16:creationId xmlns:a16="http://schemas.microsoft.com/office/drawing/2014/main" id="{E74C0C31-6CBB-10B5-6489-0A52BE36028B}"/>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1134753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859F3-7BFC-FE31-116C-80C4FBA20B4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CF8814-61D4-761A-7553-0D624ECDBB77}"/>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FE7C13B1-30B0-CCBC-7EE4-554CB2FFECA3}"/>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Dashboard &amp; Analytics</a:t>
            </a:r>
            <a:endParaRPr spc="-10" dirty="0"/>
          </a:p>
        </p:txBody>
      </p:sp>
      <p:sp>
        <p:nvSpPr>
          <p:cNvPr id="22" name="Rectangle 6">
            <a:extLst>
              <a:ext uri="{FF2B5EF4-FFF2-40B4-BE49-F238E27FC236}">
                <a16:creationId xmlns:a16="http://schemas.microsoft.com/office/drawing/2014/main" id="{B7A0A9C7-C7B7-E733-5CF4-31BBA5D21E16}"/>
              </a:ext>
            </a:extLst>
          </p:cNvPr>
          <p:cNvSpPr>
            <a:spLocks noChangeArrowheads="1"/>
          </p:cNvSpPr>
          <p:nvPr/>
        </p:nvSpPr>
        <p:spPr bwMode="auto">
          <a:xfrm>
            <a:off x="0" y="15875"/>
            <a:ext cx="1217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5" name="TextBox 24">
            <a:extLst>
              <a:ext uri="{FF2B5EF4-FFF2-40B4-BE49-F238E27FC236}">
                <a16:creationId xmlns:a16="http://schemas.microsoft.com/office/drawing/2014/main" id="{130273C8-438F-F197-5029-2A0607DF8470}"/>
              </a:ext>
            </a:extLst>
          </p:cNvPr>
          <p:cNvSpPr txBox="1"/>
          <p:nvPr/>
        </p:nvSpPr>
        <p:spPr>
          <a:xfrm>
            <a:off x="603250" y="1901084"/>
            <a:ext cx="9726295" cy="1883657"/>
          </a:xfrm>
          <a:prstGeom prst="rect">
            <a:avLst/>
          </a:prstGeom>
          <a:noFill/>
        </p:spPr>
        <p:txBody>
          <a:bodyPr wrap="square">
            <a:spAutoFit/>
          </a:bodyPr>
          <a:lstStyle/>
          <a:p>
            <a:pPr marL="1420813" lvl="1" indent="-342900" algn="just" rtl="0" eaLnBrk="0" fontAlgn="base" hangingPunct="0">
              <a:lnSpc>
                <a:spcPct val="150000"/>
              </a:lnSpc>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ea typeface="+mn-ea"/>
                <a:cs typeface="Times New Roman" panose="02020603050405020304" pitchFamily="18" charset="0"/>
              </a:rPr>
              <a:t>Interactive charts with </a:t>
            </a:r>
            <a:r>
              <a:rPr lang="en-US" altLang="en-US" sz="2000" dirty="0" err="1">
                <a:solidFill>
                  <a:schemeClr val="tx1"/>
                </a:solidFill>
                <a:latin typeface="Times New Roman" panose="02020603050405020304" pitchFamily="18" charset="0"/>
                <a:ea typeface="+mn-ea"/>
                <a:cs typeface="Times New Roman" panose="02020603050405020304" pitchFamily="18" charset="0"/>
              </a:rPr>
              <a:t>Plotly</a:t>
            </a:r>
            <a:endParaRPr lang="en-US" altLang="en-US" sz="2000" dirty="0">
              <a:solidFill>
                <a:schemeClr val="tx1"/>
              </a:solidFill>
              <a:latin typeface="Times New Roman" panose="02020603050405020304" pitchFamily="18" charset="0"/>
              <a:ea typeface="+mn-ea"/>
              <a:cs typeface="Times New Roman" panose="02020603050405020304" pitchFamily="18" charset="0"/>
            </a:endParaRPr>
          </a:p>
          <a:p>
            <a:pPr marL="1420813" lvl="1" indent="-342900" algn="just" rtl="0" eaLnBrk="0" fontAlgn="base" hangingPunct="0">
              <a:lnSpc>
                <a:spcPct val="150000"/>
              </a:lnSpc>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ea typeface="+mn-ea"/>
                <a:cs typeface="Times New Roman" panose="02020603050405020304" pitchFamily="18" charset="0"/>
              </a:rPr>
              <a:t>Date &amp; disease-wise filters</a:t>
            </a:r>
          </a:p>
          <a:p>
            <a:pPr marL="1420813" lvl="1" indent="-342900" algn="just" rtl="0" eaLnBrk="0" fontAlgn="base" hangingPunct="0">
              <a:lnSpc>
                <a:spcPct val="150000"/>
              </a:lnSpc>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ea typeface="+mn-ea"/>
                <a:cs typeface="Times New Roman" panose="02020603050405020304" pitchFamily="18" charset="0"/>
              </a:rPr>
              <a:t>Risk-level indicators (Low, Medium, High)</a:t>
            </a:r>
          </a:p>
          <a:p>
            <a:pPr marL="1420813" lvl="1" indent="-342900" algn="just" rtl="0" eaLnBrk="0" fontAlgn="base" hangingPunct="0">
              <a:lnSpc>
                <a:spcPct val="150000"/>
              </a:lnSpc>
              <a:spcBef>
                <a:spcPct val="0"/>
              </a:spcBef>
              <a:spcAft>
                <a:spcPct val="0"/>
              </a:spcAft>
              <a:buFont typeface="Arial" panose="020B0604020202020204" pitchFamily="34" charset="0"/>
              <a:buChar char="•"/>
            </a:pPr>
            <a:r>
              <a:rPr lang="en-US" altLang="en-US" sz="2000" dirty="0">
                <a:solidFill>
                  <a:schemeClr val="tx1"/>
                </a:solidFill>
                <a:latin typeface="Times New Roman" panose="02020603050405020304" pitchFamily="18" charset="0"/>
                <a:ea typeface="+mn-ea"/>
                <a:cs typeface="Times New Roman" panose="02020603050405020304" pitchFamily="18" charset="0"/>
              </a:rPr>
              <a:t>Summary statistics of all patients</a:t>
            </a:r>
          </a:p>
        </p:txBody>
      </p:sp>
      <p:pic>
        <p:nvPicPr>
          <p:cNvPr id="4" name="Picture 3">
            <a:extLst>
              <a:ext uri="{FF2B5EF4-FFF2-40B4-BE49-F238E27FC236}">
                <a16:creationId xmlns:a16="http://schemas.microsoft.com/office/drawing/2014/main" id="{8424803A-75AD-4F69-4681-B633C2F0ABB1}"/>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7F0FEC76-694C-9D35-31B2-1BF7123B8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4">
            <a:extLst>
              <a:ext uri="{FF2B5EF4-FFF2-40B4-BE49-F238E27FC236}">
                <a16:creationId xmlns:a16="http://schemas.microsoft.com/office/drawing/2014/main" id="{8624B7E0-03A4-D639-DEC8-7BFF50A9C916}"/>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2926195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09978-A7B4-1447-1CAB-581C52E6541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A949E7A-4C3D-07CA-86CA-B80960B0ABAC}"/>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E1000DF3-CB44-AC1C-4AF2-07289389C8DB}"/>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PDF Report Generation</a:t>
            </a:r>
            <a:endParaRPr lang="en-IN" spc="-10" dirty="0"/>
          </a:p>
        </p:txBody>
      </p:sp>
      <p:sp>
        <p:nvSpPr>
          <p:cNvPr id="10" name="TextBox 9">
            <a:extLst>
              <a:ext uri="{FF2B5EF4-FFF2-40B4-BE49-F238E27FC236}">
                <a16:creationId xmlns:a16="http://schemas.microsoft.com/office/drawing/2014/main" id="{E0712C8B-6053-3973-3C51-6158966C0554}"/>
              </a:ext>
            </a:extLst>
          </p:cNvPr>
          <p:cNvSpPr txBox="1"/>
          <p:nvPr/>
        </p:nvSpPr>
        <p:spPr>
          <a:xfrm>
            <a:off x="1060450" y="1545343"/>
            <a:ext cx="6553200" cy="1883657"/>
          </a:xfrm>
          <a:prstGeom prst="rect">
            <a:avLst/>
          </a:prstGeom>
          <a:noFill/>
        </p:spPr>
        <p:txBody>
          <a:bodyPr wrap="square">
            <a:spAutoFit/>
          </a:bodyPr>
          <a:lstStyle/>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Automatically creates a professional medical report</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Includes test values, prediction, risk score</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Doctor name + patient details auto-filled</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Stored permanently in database for future use</a:t>
            </a:r>
          </a:p>
        </p:txBody>
      </p:sp>
      <p:pic>
        <p:nvPicPr>
          <p:cNvPr id="4" name="Picture 3">
            <a:extLst>
              <a:ext uri="{FF2B5EF4-FFF2-40B4-BE49-F238E27FC236}">
                <a16:creationId xmlns:a16="http://schemas.microsoft.com/office/drawing/2014/main" id="{9605051B-4538-2E52-E367-DF9295650D33}"/>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9087C872-25F1-A3CA-182A-652D60E8C8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4">
            <a:extLst>
              <a:ext uri="{FF2B5EF4-FFF2-40B4-BE49-F238E27FC236}">
                <a16:creationId xmlns:a16="http://schemas.microsoft.com/office/drawing/2014/main" id="{862C5E51-BF6B-7BAF-06D6-A037B7F30574}"/>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2046166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C606D-1690-DF33-076D-12F9918A81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D58B52-B332-B7CD-9663-B1FA742B6F23}"/>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80B2DE39-777C-9E3E-5300-7C5D9BC1E879}"/>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Authentication System</a:t>
            </a:r>
            <a:endParaRPr lang="en-IN" spc="-10" dirty="0"/>
          </a:p>
        </p:txBody>
      </p:sp>
      <p:sp>
        <p:nvSpPr>
          <p:cNvPr id="10" name="TextBox 9">
            <a:extLst>
              <a:ext uri="{FF2B5EF4-FFF2-40B4-BE49-F238E27FC236}">
                <a16:creationId xmlns:a16="http://schemas.microsoft.com/office/drawing/2014/main" id="{2D470670-81FB-30B9-5472-5C943F95B930}"/>
              </a:ext>
            </a:extLst>
          </p:cNvPr>
          <p:cNvSpPr txBox="1"/>
          <p:nvPr/>
        </p:nvSpPr>
        <p:spPr>
          <a:xfrm>
            <a:off x="1060450" y="1545343"/>
            <a:ext cx="6553200" cy="1883657"/>
          </a:xfrm>
          <a:prstGeom prst="rect">
            <a:avLst/>
          </a:prstGeom>
          <a:noFill/>
        </p:spPr>
        <p:txBody>
          <a:bodyPr wrap="square">
            <a:spAutoFit/>
          </a:bodyPr>
          <a:lstStyle/>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Login/Registration using MySQL</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Password hashing for security</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Role-based access (Admin)</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Only authorized users can view/edit/delete records</a:t>
            </a:r>
          </a:p>
        </p:txBody>
      </p:sp>
      <p:pic>
        <p:nvPicPr>
          <p:cNvPr id="4" name="Picture 3">
            <a:extLst>
              <a:ext uri="{FF2B5EF4-FFF2-40B4-BE49-F238E27FC236}">
                <a16:creationId xmlns:a16="http://schemas.microsoft.com/office/drawing/2014/main" id="{2BAC14C6-AA82-5AF6-69E1-F0F915D6A972}"/>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CD1608C5-BA59-C024-C97F-1C64D48D2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4">
            <a:extLst>
              <a:ext uri="{FF2B5EF4-FFF2-40B4-BE49-F238E27FC236}">
                <a16:creationId xmlns:a16="http://schemas.microsoft.com/office/drawing/2014/main" id="{15E40A78-4F61-85C0-EB88-5F55995A7C22}"/>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3844972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C1979-CA09-427A-7AF7-D8F844E20DA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42C2BE4-05BD-A42A-753A-8439564F48BC}"/>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8A19F528-BDBE-2B6E-04FB-ADE57078AD70}"/>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Technology Stack</a:t>
            </a:r>
            <a:endParaRPr lang="en-IN" spc="-10" dirty="0"/>
          </a:p>
        </p:txBody>
      </p:sp>
      <p:sp>
        <p:nvSpPr>
          <p:cNvPr id="10" name="TextBox 9">
            <a:extLst>
              <a:ext uri="{FF2B5EF4-FFF2-40B4-BE49-F238E27FC236}">
                <a16:creationId xmlns:a16="http://schemas.microsoft.com/office/drawing/2014/main" id="{AA61EA08-2241-E863-7EED-174044CC43C3}"/>
              </a:ext>
            </a:extLst>
          </p:cNvPr>
          <p:cNvSpPr txBox="1"/>
          <p:nvPr/>
        </p:nvSpPr>
        <p:spPr>
          <a:xfrm>
            <a:off x="1060450" y="1545343"/>
            <a:ext cx="6553200" cy="2806987"/>
          </a:xfrm>
          <a:prstGeom prst="rect">
            <a:avLst/>
          </a:prstGeom>
          <a:noFill/>
        </p:spPr>
        <p:txBody>
          <a:bodyPr wrap="square">
            <a:spAutoFit/>
          </a:bodyPr>
          <a:lstStyle/>
          <a:p>
            <a:pPr marL="342900" indent="-342900">
              <a:lnSpc>
                <a:spcPct val="150000"/>
              </a:lnSpc>
              <a:buFont typeface="Arial" panose="020B0604020202020204" pitchFamily="34" charset="0"/>
              <a:buChar char="•"/>
              <a:defRPr sz="2600">
                <a:solidFill>
                  <a:srgbClr val="3C3C3C"/>
                </a:solidFill>
              </a:defRPr>
            </a:pPr>
            <a:r>
              <a:rPr lang="en-US" sz="2000" b="1" dirty="0">
                <a:latin typeface="Times New Roman" panose="02020603050405020304" pitchFamily="18" charset="0"/>
                <a:cs typeface="Times New Roman" panose="02020603050405020304" pitchFamily="18" charset="0"/>
              </a:rPr>
              <a:t>Frontend: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Streamlit</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sz="2600">
                <a:solidFill>
                  <a:srgbClr val="3C3C3C"/>
                </a:solidFill>
              </a:defRPr>
            </a:pPr>
            <a:r>
              <a:rPr lang="en-US" sz="2000" b="1" dirty="0">
                <a:latin typeface="Times New Roman" panose="02020603050405020304" pitchFamily="18" charset="0"/>
                <a:cs typeface="Times New Roman" panose="02020603050405020304" pitchFamily="18" charset="0"/>
              </a:rPr>
              <a:t>Backend</a:t>
            </a:r>
            <a:r>
              <a:rPr lang="en-US" sz="2000" dirty="0">
                <a:latin typeface="Times New Roman" panose="02020603050405020304" pitchFamily="18" charset="0"/>
                <a:cs typeface="Times New Roman" panose="02020603050405020304" pitchFamily="18" charset="0"/>
              </a:rPr>
              <a:t>: Python</a:t>
            </a:r>
          </a:p>
          <a:p>
            <a:pPr marL="342900" indent="-342900">
              <a:lnSpc>
                <a:spcPct val="150000"/>
              </a:lnSpc>
              <a:buFont typeface="Arial" panose="020B0604020202020204" pitchFamily="34" charset="0"/>
              <a:buChar char="•"/>
              <a:defRPr sz="2600">
                <a:solidFill>
                  <a:srgbClr val="3C3C3C"/>
                </a:solidFill>
              </a:defRPr>
            </a:pPr>
            <a:r>
              <a:rPr lang="en-US" sz="2000" b="1" dirty="0">
                <a:latin typeface="Times New Roman" panose="02020603050405020304" pitchFamily="18" charset="0"/>
                <a:cs typeface="Times New Roman" panose="02020603050405020304" pitchFamily="18" charset="0"/>
              </a:rPr>
              <a:t>ML: </a:t>
            </a:r>
            <a:r>
              <a:rPr lang="en-US" sz="2000" dirty="0" err="1">
                <a:latin typeface="Times New Roman" panose="02020603050405020304" pitchFamily="18" charset="0"/>
                <a:cs typeface="Times New Roman" panose="02020603050405020304" pitchFamily="18" charset="0"/>
              </a:rPr>
              <a:t>Numpy</a:t>
            </a:r>
            <a:r>
              <a:rPr lang="en-US" sz="2000" dirty="0">
                <a:latin typeface="Times New Roman" panose="02020603050405020304" pitchFamily="18" charset="0"/>
                <a:cs typeface="Times New Roman" panose="02020603050405020304" pitchFamily="18" charset="0"/>
              </a:rPr>
              <a:t>, pandas, Matplotlib, Scikit-learn </a:t>
            </a:r>
            <a:r>
              <a:rPr lang="en-US" sz="2000" dirty="0" err="1">
                <a:latin typeface="Times New Roman" panose="02020603050405020304" pitchFamily="18" charset="0"/>
                <a:cs typeface="Times New Roman" panose="02020603050405020304" pitchFamily="18" charset="0"/>
              </a:rPr>
              <a:t>etc</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sz="2600">
                <a:solidFill>
                  <a:srgbClr val="3C3C3C"/>
                </a:solidFill>
              </a:defRPr>
            </a:pPr>
            <a:r>
              <a:rPr lang="en-US" sz="2000" b="1" dirty="0">
                <a:latin typeface="Times New Roman" panose="02020603050405020304" pitchFamily="18" charset="0"/>
                <a:cs typeface="Times New Roman" panose="02020603050405020304" pitchFamily="18" charset="0"/>
              </a:rPr>
              <a:t>Database: </a:t>
            </a:r>
            <a:r>
              <a:rPr lang="en-US" sz="2000" dirty="0">
                <a:latin typeface="Times New Roman" panose="02020603050405020304" pitchFamily="18" charset="0"/>
                <a:cs typeface="Times New Roman" panose="02020603050405020304" pitchFamily="18" charset="0"/>
              </a:rPr>
              <a:t>MySQL</a:t>
            </a:r>
          </a:p>
          <a:p>
            <a:pPr marL="342900" indent="-342900">
              <a:lnSpc>
                <a:spcPct val="150000"/>
              </a:lnSpc>
              <a:buFont typeface="Arial" panose="020B0604020202020204" pitchFamily="34" charset="0"/>
              <a:buChar char="•"/>
              <a:defRPr sz="2600">
                <a:solidFill>
                  <a:srgbClr val="3C3C3C"/>
                </a:solidFill>
              </a:defRPr>
            </a:pPr>
            <a:r>
              <a:rPr lang="en-US" sz="2000" b="1" dirty="0">
                <a:latin typeface="Times New Roman" panose="02020603050405020304" pitchFamily="18" charset="0"/>
                <a:cs typeface="Times New Roman" panose="02020603050405020304" pitchFamily="18" charset="0"/>
              </a:rPr>
              <a:t>Reporting: </a:t>
            </a:r>
            <a:r>
              <a:rPr lang="en-US" sz="2000" dirty="0" err="1">
                <a:latin typeface="Times New Roman" panose="02020603050405020304" pitchFamily="18" charset="0"/>
                <a:cs typeface="Times New Roman" panose="02020603050405020304" pitchFamily="18" charset="0"/>
              </a:rPr>
              <a:t>ReportLab</a:t>
            </a:r>
            <a:r>
              <a:rPr lang="en-US" sz="2000" dirty="0">
                <a:latin typeface="Times New Roman" panose="02020603050405020304" pitchFamily="18" charset="0"/>
                <a:cs typeface="Times New Roman" panose="02020603050405020304" pitchFamily="18" charset="0"/>
              </a:rPr>
              <a:t> PDF Engine</a:t>
            </a:r>
          </a:p>
          <a:p>
            <a:pPr marL="342900" indent="-342900">
              <a:lnSpc>
                <a:spcPct val="150000"/>
              </a:lnSpc>
              <a:buFont typeface="Arial" panose="020B0604020202020204" pitchFamily="34" charset="0"/>
              <a:buChar char="•"/>
              <a:defRPr sz="2600">
                <a:solidFill>
                  <a:srgbClr val="3C3C3C"/>
                </a:solidFill>
              </a:defRPr>
            </a:pPr>
            <a:r>
              <a:rPr lang="en-US" sz="2000" b="1" dirty="0">
                <a:latin typeface="Times New Roman" panose="02020603050405020304" pitchFamily="18" charset="0"/>
                <a:cs typeface="Times New Roman" panose="02020603050405020304" pitchFamily="18" charset="0"/>
              </a:rPr>
              <a:t>Visualization: </a:t>
            </a:r>
            <a:r>
              <a:rPr lang="en-US" sz="2000" dirty="0" err="1">
                <a:latin typeface="Times New Roman" panose="02020603050405020304" pitchFamily="18" charset="0"/>
                <a:cs typeface="Times New Roman" panose="02020603050405020304" pitchFamily="18" charset="0"/>
              </a:rPr>
              <a:t>Plotly</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91879E1-5491-CCD4-9212-696B51205422}"/>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1042BE73-C138-F829-5250-39A1998CD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4">
            <a:extLst>
              <a:ext uri="{FF2B5EF4-FFF2-40B4-BE49-F238E27FC236}">
                <a16:creationId xmlns:a16="http://schemas.microsoft.com/office/drawing/2014/main" id="{09EBFA3C-3574-296F-6559-6A1A56134A86}"/>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1520988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28FC-40F7-40D0-CA75-8208D127A8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2DC73B5-9A0B-217C-2DD1-2AD1A260BED2}"/>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FB0F5CE0-1FF0-B46F-9C68-CD5C912E0D9F}"/>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Use Cases</a:t>
            </a:r>
            <a:endParaRPr lang="en-IN" spc="-10" dirty="0"/>
          </a:p>
        </p:txBody>
      </p:sp>
      <p:sp>
        <p:nvSpPr>
          <p:cNvPr id="10" name="TextBox 9">
            <a:extLst>
              <a:ext uri="{FF2B5EF4-FFF2-40B4-BE49-F238E27FC236}">
                <a16:creationId xmlns:a16="http://schemas.microsoft.com/office/drawing/2014/main" id="{FFBA4548-EECF-BBB7-9508-389E7BF8CD15}"/>
              </a:ext>
            </a:extLst>
          </p:cNvPr>
          <p:cNvSpPr txBox="1"/>
          <p:nvPr/>
        </p:nvSpPr>
        <p:spPr>
          <a:xfrm>
            <a:off x="1060450" y="1545343"/>
            <a:ext cx="6553200" cy="2345322"/>
          </a:xfrm>
          <a:prstGeom prst="rect">
            <a:avLst/>
          </a:prstGeom>
          <a:noFill/>
        </p:spPr>
        <p:txBody>
          <a:bodyPr wrap="square">
            <a:spAutoFit/>
          </a:bodyPr>
          <a:lstStyle/>
          <a:p>
            <a:pPr marL="342900" indent="-342900">
              <a:lnSpc>
                <a:spcPct val="150000"/>
              </a:lnSpc>
              <a:buFont typeface="Arial" panose="020B0604020202020204" pitchFamily="34" charset="0"/>
              <a:buChar char="•"/>
              <a:defRPr sz="2600">
                <a:solidFill>
                  <a:srgbClr val="3C3C3C"/>
                </a:solidFill>
              </a:defRPr>
            </a:pP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Hospitals &amp; Clinics</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Diagnostic Laboratories</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Telemedicine Platforms</a:t>
            </a:r>
          </a:p>
          <a:p>
            <a:pPr marL="342900" indent="-342900">
              <a:lnSpc>
                <a:spcPct val="150000"/>
              </a:lnSpc>
              <a:buFont typeface="Arial" panose="020B0604020202020204" pitchFamily="34" charset="0"/>
              <a:buChar char="•"/>
              <a:defRPr sz="2600">
                <a:solidFill>
                  <a:srgbClr val="3C3C3C"/>
                </a:solidFill>
              </a:defRPr>
            </a:pPr>
            <a:r>
              <a:rPr lang="en-US" sz="2000" dirty="0">
                <a:latin typeface="Times New Roman" panose="02020603050405020304" pitchFamily="18" charset="0"/>
                <a:cs typeface="Times New Roman" panose="02020603050405020304" pitchFamily="18" charset="0"/>
              </a:rPr>
              <a:t>Medical Colleges &amp; Research Centers</a:t>
            </a:r>
          </a:p>
        </p:txBody>
      </p:sp>
      <p:pic>
        <p:nvPicPr>
          <p:cNvPr id="4" name="Picture 3">
            <a:extLst>
              <a:ext uri="{FF2B5EF4-FFF2-40B4-BE49-F238E27FC236}">
                <a16:creationId xmlns:a16="http://schemas.microsoft.com/office/drawing/2014/main" id="{8CFA7AA4-30DA-0C6A-6803-C16EB108E600}"/>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B3F677FB-C285-B002-8FB2-B549B9CF6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4">
            <a:extLst>
              <a:ext uri="{FF2B5EF4-FFF2-40B4-BE49-F238E27FC236}">
                <a16:creationId xmlns:a16="http://schemas.microsoft.com/office/drawing/2014/main" id="{88458695-4E89-6944-C344-3389CC4D0121}"/>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847926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19A4-5A5F-B8C1-62B7-24690A041C4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0E1514-FE70-7496-5F97-CBDDCD62CAEC}"/>
              </a:ext>
            </a:extLst>
          </p:cNvPr>
          <p:cNvSpPr/>
          <p:nvPr/>
        </p:nvSpPr>
        <p:spPr>
          <a:xfrm>
            <a:off x="0" y="6368794"/>
            <a:ext cx="12178030" cy="365760"/>
          </a:xfrm>
          <a:custGeom>
            <a:avLst/>
            <a:gdLst/>
            <a:ahLst/>
            <a:cxnLst/>
            <a:rect l="l" t="t" r="r" b="b"/>
            <a:pathLst>
              <a:path w="12178030" h="365759">
                <a:moveTo>
                  <a:pt x="12178030" y="0"/>
                </a:moveTo>
                <a:lnTo>
                  <a:pt x="0" y="0"/>
                </a:lnTo>
                <a:lnTo>
                  <a:pt x="0" y="365760"/>
                </a:lnTo>
                <a:lnTo>
                  <a:pt x="12178030" y="365760"/>
                </a:lnTo>
                <a:lnTo>
                  <a:pt x="12178030" y="0"/>
                </a:lnTo>
                <a:close/>
              </a:path>
            </a:pathLst>
          </a:custGeom>
          <a:solidFill>
            <a:srgbClr val="1F3763"/>
          </a:solidFill>
        </p:spPr>
        <p:txBody>
          <a:bodyPr wrap="square" lIns="0" tIns="0" rIns="0" bIns="0" rtlCol="0"/>
          <a:lstStyle/>
          <a:p>
            <a:endParaRPr dirty="0"/>
          </a:p>
        </p:txBody>
      </p:sp>
      <p:sp>
        <p:nvSpPr>
          <p:cNvPr id="3" name="object 3">
            <a:extLst>
              <a:ext uri="{FF2B5EF4-FFF2-40B4-BE49-F238E27FC236}">
                <a16:creationId xmlns:a16="http://schemas.microsoft.com/office/drawing/2014/main" id="{7BEB5A29-DA7F-0A2A-7A7D-7332C292F637}"/>
              </a:ext>
            </a:extLst>
          </p:cNvPr>
          <p:cNvSpPr txBox="1">
            <a:spLocks noGrp="1"/>
          </p:cNvSpPr>
          <p:nvPr>
            <p:ph type="title"/>
          </p:nvPr>
        </p:nvSpPr>
        <p:spPr>
          <a:xfrm>
            <a:off x="330708" y="365759"/>
            <a:ext cx="9726295" cy="500137"/>
          </a:xfrm>
          <a:prstGeom prst="rect">
            <a:avLst/>
          </a:prstGeom>
          <a:solidFill>
            <a:srgbClr val="2E5395"/>
          </a:solidFill>
        </p:spPr>
        <p:txBody>
          <a:bodyPr vert="horz" wrap="square" lIns="0" tIns="0" rIns="0" bIns="0" rtlCol="0">
            <a:spAutoFit/>
          </a:bodyPr>
          <a:lstStyle/>
          <a:p>
            <a:pPr marL="84455">
              <a:lnSpc>
                <a:spcPts val="3860"/>
              </a:lnSpc>
            </a:pPr>
            <a:r>
              <a:rPr lang="en-IN" dirty="0"/>
              <a:t>Conclusion</a:t>
            </a:r>
            <a:endParaRPr spc="-10" dirty="0"/>
          </a:p>
        </p:txBody>
      </p:sp>
      <p:sp>
        <p:nvSpPr>
          <p:cNvPr id="7" name="TextBox 6">
            <a:extLst>
              <a:ext uri="{FF2B5EF4-FFF2-40B4-BE49-F238E27FC236}">
                <a16:creationId xmlns:a16="http://schemas.microsoft.com/office/drawing/2014/main" id="{268999D8-CA7C-BE9F-65DE-A34B1388DB84}"/>
              </a:ext>
            </a:extLst>
          </p:cNvPr>
          <p:cNvSpPr txBox="1"/>
          <p:nvPr/>
        </p:nvSpPr>
        <p:spPr>
          <a:xfrm>
            <a:off x="1023620" y="1143000"/>
            <a:ext cx="8996553" cy="4191981"/>
          </a:xfrm>
          <a:prstGeom prst="rect">
            <a:avLst/>
          </a:prstGeom>
          <a:noFill/>
        </p:spPr>
        <p:txBody>
          <a:bodyPr wrap="square">
            <a:spAutoFit/>
          </a:bodyPr>
          <a:lstStyle/>
          <a:p>
            <a:pPr algn="l" rtl="0" eaLnBrk="0" fontAlgn="base" hangingPunct="0">
              <a:lnSpc>
                <a:spcPct val="150000"/>
              </a:lnSpc>
              <a:spcBef>
                <a:spcPct val="0"/>
              </a:spcBef>
              <a:spcAft>
                <a:spcPct val="0"/>
              </a:spcAft>
            </a:pPr>
            <a:r>
              <a:rPr lang="en-US" sz="2000" dirty="0" err="1">
                <a:solidFill>
                  <a:schemeClr val="tx1"/>
                </a:solidFill>
                <a:latin typeface="Times New Roman" panose="02020603050405020304" pitchFamily="18" charset="0"/>
                <a:cs typeface="Times New Roman" panose="02020603050405020304" pitchFamily="18" charset="0"/>
              </a:rPr>
              <a:t>MedGuardian</a:t>
            </a:r>
            <a:r>
              <a:rPr lang="en-US" sz="2000" dirty="0">
                <a:solidFill>
                  <a:schemeClr val="tx1"/>
                </a:solidFill>
                <a:latin typeface="Times New Roman" panose="02020603050405020304" pitchFamily="18" charset="0"/>
                <a:cs typeface="Times New Roman" panose="02020603050405020304" pitchFamily="18" charset="0"/>
              </a:rPr>
              <a:t> is a complete AI-driven healthcare system that:</a:t>
            </a:r>
          </a:p>
          <a:p>
            <a:pPr algn="l" rtl="0" eaLnBrk="0" fontAlgn="base" hangingPunct="0">
              <a:lnSpc>
                <a:spcPct val="150000"/>
              </a:lnSpc>
              <a:spcBef>
                <a:spcPct val="0"/>
              </a:spcBef>
              <a:spcAft>
                <a:spcPct val="0"/>
              </a:spcAft>
            </a:pPr>
            <a:endParaRPr lang="en-US" sz="2000" dirty="0">
              <a:solidFill>
                <a:schemeClr val="tx1"/>
              </a:solidFill>
              <a:latin typeface="Times New Roman" panose="02020603050405020304" pitchFamily="18" charset="0"/>
              <a:cs typeface="Times New Roman" panose="02020603050405020304" pitchFamily="18" charset="0"/>
            </a:endParaRPr>
          </a:p>
          <a:p>
            <a:pPr lvl="6" algn="l" rtl="0" eaLnBrk="0" fontAlgn="base" hangingPunct="0">
              <a:lnSpc>
                <a:spcPct val="150000"/>
              </a:lnSpc>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 Predicts diseases accurately</a:t>
            </a:r>
          </a:p>
          <a:p>
            <a:pPr lvl="6" algn="l" rtl="0" eaLnBrk="0" fontAlgn="base" hangingPunct="0">
              <a:lnSpc>
                <a:spcPct val="150000"/>
              </a:lnSpc>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 Stores detailed medical records</a:t>
            </a:r>
          </a:p>
          <a:p>
            <a:pPr lvl="6" algn="l" rtl="0" eaLnBrk="0" fontAlgn="base" hangingPunct="0">
              <a:lnSpc>
                <a:spcPct val="150000"/>
              </a:lnSpc>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 Generates professional reports</a:t>
            </a:r>
          </a:p>
          <a:p>
            <a:pPr lvl="6" algn="l" rtl="0" eaLnBrk="0" fontAlgn="base" hangingPunct="0">
              <a:lnSpc>
                <a:spcPct val="150000"/>
              </a:lnSpc>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 Allows edit/delete data operations</a:t>
            </a:r>
          </a:p>
          <a:p>
            <a:pPr lvl="6" algn="l" rtl="0" eaLnBrk="0" fontAlgn="base" hangingPunct="0">
              <a:lnSpc>
                <a:spcPct val="150000"/>
              </a:lnSpc>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 Provides visual analytics and comparisons</a:t>
            </a:r>
          </a:p>
          <a:p>
            <a:pPr marL="457200" indent="-457200" algn="l" rtl="0" eaLnBrk="0" fontAlgn="base" hangingPunct="0">
              <a:lnSpc>
                <a:spcPct val="150000"/>
              </a:lnSpc>
              <a:spcBef>
                <a:spcPct val="0"/>
              </a:spcBef>
              <a:spcAft>
                <a:spcPct val="0"/>
              </a:spcAft>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algn="l" rtl="0" eaLnBrk="0" fontAlgn="base" hangingPunct="0">
              <a:lnSpc>
                <a:spcPct val="150000"/>
              </a:lnSpc>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A modern solution for next-generation healthcare.</a:t>
            </a:r>
          </a:p>
        </p:txBody>
      </p:sp>
      <p:pic>
        <p:nvPicPr>
          <p:cNvPr id="4" name="Picture 3">
            <a:extLst>
              <a:ext uri="{FF2B5EF4-FFF2-40B4-BE49-F238E27FC236}">
                <a16:creationId xmlns:a16="http://schemas.microsoft.com/office/drawing/2014/main" id="{DC6C5E22-9CFF-AA0F-EEFD-A900E4573B1B}"/>
              </a:ext>
            </a:extLst>
          </p:cNvPr>
          <p:cNvPicPr>
            <a:picLocks noChangeAspect="1"/>
          </p:cNvPicPr>
          <p:nvPr/>
        </p:nvPicPr>
        <p:blipFill>
          <a:blip r:embed="rId2"/>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C6793BE9-3604-A1F1-D237-0C0B241FD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4">
            <a:extLst>
              <a:ext uri="{FF2B5EF4-FFF2-40B4-BE49-F238E27FC236}">
                <a16:creationId xmlns:a16="http://schemas.microsoft.com/office/drawing/2014/main" id="{C3A6AE16-E5AB-3027-68B5-BD500EF58466}"/>
              </a:ext>
            </a:extLst>
          </p:cNvPr>
          <p:cNvSpPr txBox="1"/>
          <p:nvPr/>
        </p:nvSpPr>
        <p:spPr>
          <a:xfrm>
            <a:off x="10433050" y="6439605"/>
            <a:ext cx="1930780" cy="234038"/>
          </a:xfrm>
          <a:prstGeom prst="rect">
            <a:avLst/>
          </a:prstGeom>
        </p:spPr>
        <p:txBody>
          <a:bodyPr vert="horz" wrap="square" lIns="0" tIns="0" rIns="0" bIns="0" rtlCol="0">
            <a:spAutoFit/>
          </a:bodyPr>
          <a:lstStyle/>
          <a:p>
            <a:pPr marL="12700">
              <a:lnSpc>
                <a:spcPts val="1810"/>
              </a:lnSpc>
            </a:pPr>
            <a:r>
              <a:rPr u="sng" spc="-60" dirty="0">
                <a:solidFill>
                  <a:srgbClr val="FFFFFF"/>
                </a:solidFill>
                <a:uFill>
                  <a:solidFill>
                    <a:srgbClr val="FFFFFF"/>
                  </a:solidFill>
                </a:uFill>
                <a:latin typeface="Calibri"/>
                <a:cs typeface="Calibri"/>
              </a:rPr>
              <a:t>www.</a:t>
            </a:r>
            <a:r>
              <a:rPr lang="en-IN" u="sng" spc="-60" dirty="0">
                <a:solidFill>
                  <a:srgbClr val="FFFFFF"/>
                </a:solidFill>
                <a:uFill>
                  <a:solidFill>
                    <a:srgbClr val="FFFFFF"/>
                  </a:solidFill>
                </a:uFill>
                <a:latin typeface="Calibri"/>
                <a:cs typeface="Calibri"/>
              </a:rPr>
              <a:t>vcodez.com</a:t>
            </a:r>
            <a:endParaRPr sz="1800" dirty="0">
              <a:latin typeface="Calibri"/>
              <a:cs typeface="Calibri"/>
            </a:endParaRPr>
          </a:p>
        </p:txBody>
      </p:sp>
    </p:spTree>
    <p:extLst>
      <p:ext uri="{BB962C8B-B14F-4D97-AF65-F5344CB8AC3E}">
        <p14:creationId xmlns:p14="http://schemas.microsoft.com/office/powerpoint/2010/main" val="140464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27CE2-3985-1946-3EE5-BFEC9B2BCE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76F8DA-17CE-C1B2-91FD-B39AE718F63F}"/>
              </a:ext>
            </a:extLst>
          </p:cNvPr>
          <p:cNvSpPr/>
          <p:nvPr/>
        </p:nvSpPr>
        <p:spPr>
          <a:xfrm>
            <a:off x="330708" y="365709"/>
            <a:ext cx="9726295" cy="563880"/>
          </a:xfrm>
          <a:custGeom>
            <a:avLst/>
            <a:gdLst/>
            <a:ahLst/>
            <a:cxnLst/>
            <a:rect l="l" t="t" r="r" b="b"/>
            <a:pathLst>
              <a:path w="9726295" h="563880">
                <a:moveTo>
                  <a:pt x="9726168" y="0"/>
                </a:moveTo>
                <a:lnTo>
                  <a:pt x="0" y="0"/>
                </a:lnTo>
                <a:lnTo>
                  <a:pt x="0" y="563676"/>
                </a:lnTo>
                <a:lnTo>
                  <a:pt x="9726168" y="563676"/>
                </a:lnTo>
                <a:lnTo>
                  <a:pt x="9726168" y="0"/>
                </a:lnTo>
                <a:close/>
              </a:path>
            </a:pathLst>
          </a:custGeom>
          <a:solidFill>
            <a:srgbClr val="2E5395"/>
          </a:solidFill>
        </p:spPr>
        <p:txBody>
          <a:bodyPr wrap="square" lIns="0" tIns="0" rIns="0" bIns="0" rtlCol="0"/>
          <a:lstStyle/>
          <a:p>
            <a:endParaRPr dirty="0"/>
          </a:p>
        </p:txBody>
      </p:sp>
      <p:pic>
        <p:nvPicPr>
          <p:cNvPr id="3" name="object 3">
            <a:extLst>
              <a:ext uri="{FF2B5EF4-FFF2-40B4-BE49-F238E27FC236}">
                <a16:creationId xmlns:a16="http://schemas.microsoft.com/office/drawing/2014/main" id="{86A381EA-0FAE-BDD3-9A9C-DE556C2DAF0D}"/>
              </a:ext>
            </a:extLst>
          </p:cNvPr>
          <p:cNvPicPr/>
          <p:nvPr/>
        </p:nvPicPr>
        <p:blipFill>
          <a:blip r:embed="rId2" cstate="print"/>
          <a:stretch>
            <a:fillRect/>
          </a:stretch>
        </p:blipFill>
        <p:spPr>
          <a:xfrm>
            <a:off x="2970276" y="1385316"/>
            <a:ext cx="5963412" cy="4209288"/>
          </a:xfrm>
          <a:prstGeom prst="rect">
            <a:avLst/>
          </a:prstGeom>
        </p:spPr>
      </p:pic>
      <p:sp>
        <p:nvSpPr>
          <p:cNvPr id="4" name="object 4">
            <a:extLst>
              <a:ext uri="{FF2B5EF4-FFF2-40B4-BE49-F238E27FC236}">
                <a16:creationId xmlns:a16="http://schemas.microsoft.com/office/drawing/2014/main" id="{A063863E-F00F-42A6-33E7-225E70E14CA7}"/>
              </a:ext>
            </a:extLst>
          </p:cNvPr>
          <p:cNvSpPr txBox="1"/>
          <p:nvPr/>
        </p:nvSpPr>
        <p:spPr>
          <a:xfrm>
            <a:off x="10921110" y="6439153"/>
            <a:ext cx="1137920" cy="254000"/>
          </a:xfrm>
          <a:prstGeom prst="rect">
            <a:avLst/>
          </a:prstGeom>
        </p:spPr>
        <p:txBody>
          <a:bodyPr vert="horz" wrap="square" lIns="0" tIns="0" rIns="0" bIns="0" rtlCol="0">
            <a:spAutoFit/>
          </a:bodyPr>
          <a:lstStyle/>
          <a:p>
            <a:pPr marL="12700">
              <a:lnSpc>
                <a:spcPts val="1810"/>
              </a:lnSpc>
            </a:pPr>
            <a:r>
              <a:rPr sz="1800" u="sng" spc="-60" dirty="0">
                <a:solidFill>
                  <a:srgbClr val="FFFFFF"/>
                </a:solidFill>
                <a:uFill>
                  <a:solidFill>
                    <a:srgbClr val="FFFFFF"/>
                  </a:solidFill>
                </a:uFill>
                <a:latin typeface="Calibri"/>
                <a:cs typeface="Calibri"/>
                <a:hlinkClick r:id="rId3"/>
              </a:rPr>
              <a:t>www.cpur.in</a:t>
            </a:r>
            <a:endParaRPr sz="1800" dirty="0">
              <a:latin typeface="Calibri"/>
              <a:cs typeface="Calibri"/>
            </a:endParaRPr>
          </a:p>
        </p:txBody>
      </p:sp>
      <p:pic>
        <p:nvPicPr>
          <p:cNvPr id="5" name="Picture 4">
            <a:extLst>
              <a:ext uri="{FF2B5EF4-FFF2-40B4-BE49-F238E27FC236}">
                <a16:creationId xmlns:a16="http://schemas.microsoft.com/office/drawing/2014/main" id="{4E8C4C32-BFF1-977C-25FB-7471EE1C6518}"/>
              </a:ext>
            </a:extLst>
          </p:cNvPr>
          <p:cNvPicPr>
            <a:picLocks noChangeAspect="1"/>
          </p:cNvPicPr>
          <p:nvPr/>
        </p:nvPicPr>
        <p:blipFill>
          <a:blip r:embed="rId4"/>
          <a:stretch>
            <a:fillRect/>
          </a:stretch>
        </p:blipFill>
        <p:spPr>
          <a:xfrm>
            <a:off x="10248520" y="304800"/>
            <a:ext cx="1930780" cy="838200"/>
          </a:xfrm>
          <a:prstGeom prst="rect">
            <a:avLst/>
          </a:prstGeom>
        </p:spPr>
      </p:pic>
      <p:pic>
        <p:nvPicPr>
          <p:cNvPr id="6" name="Picture 2">
            <a:extLst>
              <a:ext uri="{FF2B5EF4-FFF2-40B4-BE49-F238E27FC236}">
                <a16:creationId xmlns:a16="http://schemas.microsoft.com/office/drawing/2014/main" id="{19298A9C-24EC-343B-3D4B-106C2B271F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81255" y="381000"/>
            <a:ext cx="1877775" cy="657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390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811</TotalTime>
  <Words>697</Words>
  <Application>Microsoft Office PowerPoint</Application>
  <PresentationFormat>Custom</PresentationFormat>
  <Paragraphs>118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MT</vt:lpstr>
      <vt:lpstr>Calibri</vt:lpstr>
      <vt:lpstr>Times New Roman</vt:lpstr>
      <vt:lpstr>Office Theme</vt:lpstr>
      <vt:lpstr>Final Project Presentation</vt:lpstr>
      <vt:lpstr>PowerPoint Presentation</vt:lpstr>
      <vt:lpstr>Introduction</vt:lpstr>
      <vt:lpstr>Problem Statement</vt:lpstr>
      <vt:lpstr>Core Objectives</vt:lpstr>
      <vt:lpstr>Important Features </vt:lpstr>
      <vt:lpstr>Important Features (Highly Explained)</vt:lpstr>
      <vt:lpstr>Trend Comparison Module</vt:lpstr>
      <vt:lpstr>Dashboard &amp; Analytics</vt:lpstr>
      <vt:lpstr>PDF Report Generation</vt:lpstr>
      <vt:lpstr>Authentication System</vt:lpstr>
      <vt:lpstr>Technology Stack</vt:lpstr>
      <vt:lpstr>Use Cases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SPARK PPT FORMAT</dc:title>
  <dc:creator>pc</dc:creator>
  <cp:lastModifiedBy>OM SINGH</cp:lastModifiedBy>
  <cp:revision>15</cp:revision>
  <dcterms:created xsi:type="dcterms:W3CDTF">2024-11-13T06:28:44Z</dcterms:created>
  <dcterms:modified xsi:type="dcterms:W3CDTF">2025-11-28T18:35:36Z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2024-11-07T00:00:00Z</vt:filetime>
  </property>
  <property fmtid="{D5CDD505-2E9C-101B-9397-08002B2CF9AE}" pid="3" name="Creator">
    <vt:lpwstr>Microsoft® PowerPoint® 2013</vt:lpwstr>
  </property>
  <property fmtid="{D5CDD505-2E9C-101B-9397-08002B2CF9AE}" pid="4" name="LastSaved">
    <vt:filetime>2024-11-13T00:00:00Z</vt:filetime>
  </property>
  <property fmtid="{D5CDD505-2E9C-101B-9397-08002B2CF9AE}" pid="5" name="Producer">
    <vt:lpwstr>Microsoft® PowerPoint® 2013</vt:lpwstr>
  </property>
</Properties>
</file>